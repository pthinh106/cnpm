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28"/>
  </p:notesMasterIdLst>
  <p:handoutMasterIdLst>
    <p:handoutMasterId r:id="rId29"/>
  </p:handoutMasterIdLst>
  <p:sldIdLst>
    <p:sldId id="257" r:id="rId5"/>
    <p:sldId id="268" r:id="rId6"/>
    <p:sldId id="389" r:id="rId7"/>
    <p:sldId id="317" r:id="rId8"/>
    <p:sldId id="277" r:id="rId9"/>
    <p:sldId id="405" r:id="rId10"/>
    <p:sldId id="409" r:id="rId11"/>
    <p:sldId id="406" r:id="rId12"/>
    <p:sldId id="407" r:id="rId13"/>
    <p:sldId id="408" r:id="rId14"/>
    <p:sldId id="279" r:id="rId15"/>
    <p:sldId id="400" r:id="rId16"/>
    <p:sldId id="403" r:id="rId17"/>
    <p:sldId id="410" r:id="rId18"/>
    <p:sldId id="411" r:id="rId19"/>
    <p:sldId id="412" r:id="rId20"/>
    <p:sldId id="413" r:id="rId21"/>
    <p:sldId id="416" r:id="rId22"/>
    <p:sldId id="414" r:id="rId23"/>
    <p:sldId id="417" r:id="rId24"/>
    <p:sldId id="415" r:id="rId25"/>
    <p:sldId id="418" r:id="rId26"/>
    <p:sldId id="39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C305"/>
    <a:srgbClr val="FFFF00"/>
    <a:srgbClr val="E64CAF"/>
    <a:srgbClr val="000000"/>
    <a:srgbClr val="37335B"/>
    <a:srgbClr val="CCE8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366AD0-166E-493F-8B15-36B50A2990DB}" v="1" dt="2022-06-14T05:51:37.056"/>
    <p1510:client id="{EC936F27-2F2B-79B6-F6C2-C9451DD9485B}" v="12" dt="2022-06-14T06:13:09.8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6"/>
    <p:restoredTop sz="94514"/>
  </p:normalViewPr>
  <p:slideViewPr>
    <p:cSldViewPr snapToGrid="0">
      <p:cViewPr>
        <p:scale>
          <a:sx n="79" d="100"/>
          <a:sy n="79" d="100"/>
        </p:scale>
        <p:origin x="144" y="72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E08A9F-40A5-4C92-BAC3-8F3D11D5A114}" type="doc">
      <dgm:prSet loTypeId="urn:microsoft.com/office/officeart/2009/3/layout/HorizontalOrganizationChart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4187BA-A9F4-421D-8727-81FEDAFE91B5}">
      <dgm:prSet phldrT="[Text]"/>
      <dgm:spPr/>
      <dgm:t>
        <a:bodyPr/>
        <a:lstStyle/>
        <a:p>
          <a:pPr algn="ctr"/>
          <a:r>
            <a:rPr lang="en-US"/>
            <a:t>Quản lí</a:t>
          </a:r>
        </a:p>
      </dgm:t>
    </dgm:pt>
    <dgm:pt modelId="{AEC4741B-B0B3-4E43-8245-5BAA381AB5D8}" type="parTrans" cxnId="{B9808EAF-6DBC-4E0A-B52B-DCE924FFBA1E}">
      <dgm:prSet/>
      <dgm:spPr/>
      <dgm:t>
        <a:bodyPr/>
        <a:lstStyle/>
        <a:p>
          <a:pPr algn="ctr"/>
          <a:endParaRPr lang="en-US"/>
        </a:p>
      </dgm:t>
    </dgm:pt>
    <dgm:pt modelId="{A628403F-F7A4-46D5-84A2-183BD872D01B}" type="sibTrans" cxnId="{B9808EAF-6DBC-4E0A-B52B-DCE924FFBA1E}">
      <dgm:prSet/>
      <dgm:spPr/>
      <dgm:t>
        <a:bodyPr/>
        <a:lstStyle/>
        <a:p>
          <a:pPr algn="ctr"/>
          <a:endParaRPr lang="en-US"/>
        </a:p>
      </dgm:t>
    </dgm:pt>
    <dgm:pt modelId="{CCC3FFA5-449F-4FE0-B07A-DD815925728F}">
      <dgm:prSet/>
      <dgm:spPr/>
      <dgm:t>
        <a:bodyPr/>
        <a:lstStyle/>
        <a:p>
          <a:pPr algn="ctr"/>
          <a:r>
            <a:rPr lang="en-US"/>
            <a:t>Quản lí nhân Viên</a:t>
          </a:r>
        </a:p>
      </dgm:t>
    </dgm:pt>
    <dgm:pt modelId="{AA574485-6DFC-4752-A178-EF2A7C6FC88F}" type="parTrans" cxnId="{56D18D74-E399-49AE-B570-10D424D1D85C}">
      <dgm:prSet/>
      <dgm:spPr/>
      <dgm:t>
        <a:bodyPr/>
        <a:lstStyle/>
        <a:p>
          <a:pPr algn="ctr"/>
          <a:endParaRPr lang="en-US"/>
        </a:p>
      </dgm:t>
    </dgm:pt>
    <dgm:pt modelId="{89C3BD24-4FBA-4778-B9AC-680FA0C26BD2}" type="sibTrans" cxnId="{56D18D74-E399-49AE-B570-10D424D1D85C}">
      <dgm:prSet/>
      <dgm:spPr/>
      <dgm:t>
        <a:bodyPr/>
        <a:lstStyle/>
        <a:p>
          <a:pPr algn="ctr"/>
          <a:endParaRPr lang="en-US"/>
        </a:p>
      </dgm:t>
    </dgm:pt>
    <dgm:pt modelId="{BB8D579B-7ACE-4B04-8996-8C46824699BB}">
      <dgm:prSet/>
      <dgm:spPr/>
      <dgm:t>
        <a:bodyPr/>
        <a:lstStyle/>
        <a:p>
          <a:pPr algn="ctr"/>
          <a:r>
            <a:rPr lang="en-US"/>
            <a:t>Tạo tài khoản cho nhân viên</a:t>
          </a:r>
        </a:p>
      </dgm:t>
    </dgm:pt>
    <dgm:pt modelId="{90D8E258-2667-47E5-A1C1-EC4B4E1D73D5}" type="parTrans" cxnId="{87285850-BB4E-46E8-89E4-D491DCEDB943}">
      <dgm:prSet/>
      <dgm:spPr/>
      <dgm:t>
        <a:bodyPr/>
        <a:lstStyle/>
        <a:p>
          <a:pPr algn="ctr"/>
          <a:endParaRPr lang="en-US"/>
        </a:p>
      </dgm:t>
    </dgm:pt>
    <dgm:pt modelId="{446BB026-E4E6-412E-9C05-34E1C55180DF}" type="sibTrans" cxnId="{87285850-BB4E-46E8-89E4-D491DCEDB943}">
      <dgm:prSet/>
      <dgm:spPr/>
      <dgm:t>
        <a:bodyPr/>
        <a:lstStyle/>
        <a:p>
          <a:pPr algn="ctr"/>
          <a:endParaRPr lang="en-US"/>
        </a:p>
      </dgm:t>
    </dgm:pt>
    <dgm:pt modelId="{C7135794-6C96-43FF-86B6-F81E99F38FDF}">
      <dgm:prSet/>
      <dgm:spPr/>
      <dgm:t>
        <a:bodyPr/>
        <a:lstStyle/>
        <a:p>
          <a:pPr algn="ctr"/>
          <a:r>
            <a:rPr lang="en-US"/>
            <a:t>Thêm nhân viên</a:t>
          </a:r>
        </a:p>
      </dgm:t>
    </dgm:pt>
    <dgm:pt modelId="{8315D451-6CAA-4ECE-BA40-B9231346B204}" type="parTrans" cxnId="{E99A9BB5-BE0D-4435-BFCC-A51F6B09FB00}">
      <dgm:prSet/>
      <dgm:spPr/>
      <dgm:t>
        <a:bodyPr/>
        <a:lstStyle/>
        <a:p>
          <a:pPr algn="ctr"/>
          <a:endParaRPr lang="en-US"/>
        </a:p>
      </dgm:t>
    </dgm:pt>
    <dgm:pt modelId="{AA3B98AC-0A9C-4BAC-9AA4-1C7F9A054162}" type="sibTrans" cxnId="{E99A9BB5-BE0D-4435-BFCC-A51F6B09FB00}">
      <dgm:prSet/>
      <dgm:spPr/>
      <dgm:t>
        <a:bodyPr/>
        <a:lstStyle/>
        <a:p>
          <a:pPr algn="ctr"/>
          <a:endParaRPr lang="en-US"/>
        </a:p>
      </dgm:t>
    </dgm:pt>
    <dgm:pt modelId="{56EE91BD-E315-4D83-9AAF-1700EF3B298B}">
      <dgm:prSet/>
      <dgm:spPr/>
      <dgm:t>
        <a:bodyPr/>
        <a:lstStyle/>
        <a:p>
          <a:pPr algn="ctr"/>
          <a:r>
            <a:rPr lang="en-US"/>
            <a:t>Xóa nhân viên</a:t>
          </a:r>
        </a:p>
      </dgm:t>
    </dgm:pt>
    <dgm:pt modelId="{E22E3D94-08FC-4C48-9136-A1118A1A4FB9}" type="parTrans" cxnId="{1602AA45-FD61-4271-B730-150F5EC51D04}">
      <dgm:prSet/>
      <dgm:spPr/>
      <dgm:t>
        <a:bodyPr/>
        <a:lstStyle/>
        <a:p>
          <a:pPr algn="ctr"/>
          <a:endParaRPr lang="en-US"/>
        </a:p>
      </dgm:t>
    </dgm:pt>
    <dgm:pt modelId="{36EBF9EA-9B3D-4504-9CB1-5036718F58DD}" type="sibTrans" cxnId="{1602AA45-FD61-4271-B730-150F5EC51D04}">
      <dgm:prSet/>
      <dgm:spPr/>
      <dgm:t>
        <a:bodyPr/>
        <a:lstStyle/>
        <a:p>
          <a:pPr algn="ctr"/>
          <a:endParaRPr lang="en-US"/>
        </a:p>
      </dgm:t>
    </dgm:pt>
    <dgm:pt modelId="{B707DBCE-73A2-43FA-9AC9-4042710A458D}">
      <dgm:prSet/>
      <dgm:spPr/>
      <dgm:t>
        <a:bodyPr/>
        <a:lstStyle/>
        <a:p>
          <a:pPr algn="ctr"/>
          <a:r>
            <a:rPr lang="en-US"/>
            <a:t>Sắp xếp lịch làm việc</a:t>
          </a:r>
        </a:p>
      </dgm:t>
    </dgm:pt>
    <dgm:pt modelId="{6404D4FC-9E9D-4F82-AF90-DC8313C6677C}" type="parTrans" cxnId="{4C4B6DE6-1F62-4724-9A06-8429D9F5360B}">
      <dgm:prSet/>
      <dgm:spPr/>
      <dgm:t>
        <a:bodyPr/>
        <a:lstStyle/>
        <a:p>
          <a:pPr algn="ctr"/>
          <a:endParaRPr lang="en-US"/>
        </a:p>
      </dgm:t>
    </dgm:pt>
    <dgm:pt modelId="{3D128FC4-5BF9-4A9D-B9CF-0304B9ECC7FF}" type="sibTrans" cxnId="{4C4B6DE6-1F62-4724-9A06-8429D9F5360B}">
      <dgm:prSet/>
      <dgm:spPr/>
      <dgm:t>
        <a:bodyPr/>
        <a:lstStyle/>
        <a:p>
          <a:pPr algn="ctr"/>
          <a:endParaRPr lang="en-US"/>
        </a:p>
      </dgm:t>
    </dgm:pt>
    <dgm:pt modelId="{1D8E6B84-8861-4249-8A26-EFCA3406D39A}">
      <dgm:prSet/>
      <dgm:spPr/>
      <dgm:t>
        <a:bodyPr/>
        <a:lstStyle/>
        <a:p>
          <a:pPr algn="ctr"/>
          <a:r>
            <a:rPr lang="en-US"/>
            <a:t>Quản lí sản phẩm</a:t>
          </a:r>
        </a:p>
      </dgm:t>
    </dgm:pt>
    <dgm:pt modelId="{9C2207D5-B0C2-4613-87A5-192BCF3A89C3}" type="parTrans" cxnId="{48FC1036-A433-4E05-89A8-E40A530207F9}">
      <dgm:prSet/>
      <dgm:spPr/>
      <dgm:t>
        <a:bodyPr/>
        <a:lstStyle/>
        <a:p>
          <a:pPr algn="ctr"/>
          <a:endParaRPr lang="en-US"/>
        </a:p>
      </dgm:t>
    </dgm:pt>
    <dgm:pt modelId="{546E84B7-4EDE-4716-9180-700A8F91E7C4}" type="sibTrans" cxnId="{48FC1036-A433-4E05-89A8-E40A530207F9}">
      <dgm:prSet/>
      <dgm:spPr/>
      <dgm:t>
        <a:bodyPr/>
        <a:lstStyle/>
        <a:p>
          <a:pPr algn="ctr"/>
          <a:endParaRPr lang="en-US"/>
        </a:p>
      </dgm:t>
    </dgm:pt>
    <dgm:pt modelId="{0B441095-0F57-4E4D-A847-BB25DE1D1C15}">
      <dgm:prSet/>
      <dgm:spPr/>
      <dgm:t>
        <a:bodyPr/>
        <a:lstStyle/>
        <a:p>
          <a:pPr algn="ctr"/>
          <a:r>
            <a:rPr lang="en-US"/>
            <a:t>Thêm sản phẩm</a:t>
          </a:r>
        </a:p>
      </dgm:t>
    </dgm:pt>
    <dgm:pt modelId="{1D9C379D-B5AE-4B40-B397-7D9C3FFFD446}" type="parTrans" cxnId="{AF1AB9AD-A1E4-430F-84E9-06C3ADDD652F}">
      <dgm:prSet/>
      <dgm:spPr/>
      <dgm:t>
        <a:bodyPr/>
        <a:lstStyle/>
        <a:p>
          <a:pPr algn="ctr"/>
          <a:endParaRPr lang="en-US"/>
        </a:p>
      </dgm:t>
    </dgm:pt>
    <dgm:pt modelId="{7B690C12-8186-4D02-93E1-D65A5F6DD5C8}" type="sibTrans" cxnId="{AF1AB9AD-A1E4-430F-84E9-06C3ADDD652F}">
      <dgm:prSet/>
      <dgm:spPr/>
      <dgm:t>
        <a:bodyPr/>
        <a:lstStyle/>
        <a:p>
          <a:pPr algn="ctr"/>
          <a:endParaRPr lang="en-US"/>
        </a:p>
      </dgm:t>
    </dgm:pt>
    <dgm:pt modelId="{C940AE93-095F-4809-89B1-BF77EE066686}">
      <dgm:prSet/>
      <dgm:spPr/>
      <dgm:t>
        <a:bodyPr/>
        <a:lstStyle/>
        <a:p>
          <a:pPr algn="ctr"/>
          <a:r>
            <a:rPr lang="en-US"/>
            <a:t>Xóa sản phẩm</a:t>
          </a:r>
        </a:p>
      </dgm:t>
    </dgm:pt>
    <dgm:pt modelId="{6BB22581-B65C-4393-A973-93FB38B259D3}" type="parTrans" cxnId="{0CC87A74-30A8-4028-A224-6BF4D2C720BF}">
      <dgm:prSet/>
      <dgm:spPr/>
      <dgm:t>
        <a:bodyPr/>
        <a:lstStyle/>
        <a:p>
          <a:pPr algn="ctr"/>
          <a:endParaRPr lang="en-US"/>
        </a:p>
      </dgm:t>
    </dgm:pt>
    <dgm:pt modelId="{59A4D8CB-16D9-4C29-9351-024E950112C5}" type="sibTrans" cxnId="{0CC87A74-30A8-4028-A224-6BF4D2C720BF}">
      <dgm:prSet/>
      <dgm:spPr/>
      <dgm:t>
        <a:bodyPr/>
        <a:lstStyle/>
        <a:p>
          <a:pPr algn="ctr"/>
          <a:endParaRPr lang="en-US"/>
        </a:p>
      </dgm:t>
    </dgm:pt>
    <dgm:pt modelId="{DCD67BF1-940E-488F-B637-CD4A59EC804F}">
      <dgm:prSet/>
      <dgm:spPr/>
      <dgm:t>
        <a:bodyPr/>
        <a:lstStyle/>
        <a:p>
          <a:pPr algn="ctr"/>
          <a:r>
            <a:rPr lang="en-US"/>
            <a:t>Cập nhật sản phẩm</a:t>
          </a:r>
        </a:p>
      </dgm:t>
    </dgm:pt>
    <dgm:pt modelId="{60A748BF-9A6A-4F8B-940C-1D56A13776B8}" type="parTrans" cxnId="{A02CEB3E-C3DC-4329-B705-294BFFDA2813}">
      <dgm:prSet/>
      <dgm:spPr/>
      <dgm:t>
        <a:bodyPr/>
        <a:lstStyle/>
        <a:p>
          <a:pPr algn="ctr"/>
          <a:endParaRPr lang="en-US"/>
        </a:p>
      </dgm:t>
    </dgm:pt>
    <dgm:pt modelId="{752BFE87-3BF9-4090-AEBC-935FC41714C4}" type="sibTrans" cxnId="{A02CEB3E-C3DC-4329-B705-294BFFDA2813}">
      <dgm:prSet/>
      <dgm:spPr/>
      <dgm:t>
        <a:bodyPr/>
        <a:lstStyle/>
        <a:p>
          <a:pPr algn="ctr"/>
          <a:endParaRPr lang="en-US"/>
        </a:p>
      </dgm:t>
    </dgm:pt>
    <dgm:pt modelId="{3D832FCF-99B8-4C7B-BF17-2471DFD78D54}" type="pres">
      <dgm:prSet presAssocID="{1CE08A9F-40A5-4C92-BAC3-8F3D11D5A11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050E19B-A7E6-4407-B6F6-A88D85F91EC6}" type="pres">
      <dgm:prSet presAssocID="{724187BA-A9F4-421D-8727-81FEDAFE91B5}" presName="hierRoot1" presStyleCnt="0">
        <dgm:presLayoutVars>
          <dgm:hierBranch val="init"/>
        </dgm:presLayoutVars>
      </dgm:prSet>
      <dgm:spPr/>
    </dgm:pt>
    <dgm:pt modelId="{A16B9975-24E6-429C-857B-1BAF23980155}" type="pres">
      <dgm:prSet presAssocID="{724187BA-A9F4-421D-8727-81FEDAFE91B5}" presName="rootComposite1" presStyleCnt="0"/>
      <dgm:spPr/>
    </dgm:pt>
    <dgm:pt modelId="{AA53CB6D-1708-4A27-9A5E-6C1FCFB75E62}" type="pres">
      <dgm:prSet presAssocID="{724187BA-A9F4-421D-8727-81FEDAFE91B5}" presName="rootText1" presStyleLbl="node0" presStyleIdx="0" presStyleCnt="1">
        <dgm:presLayoutVars>
          <dgm:chPref val="3"/>
        </dgm:presLayoutVars>
      </dgm:prSet>
      <dgm:spPr/>
    </dgm:pt>
    <dgm:pt modelId="{321F25F4-40AC-4134-89B2-FAB3DD69D6F3}" type="pres">
      <dgm:prSet presAssocID="{724187BA-A9F4-421D-8727-81FEDAFE91B5}" presName="rootConnector1" presStyleLbl="node1" presStyleIdx="0" presStyleCnt="0"/>
      <dgm:spPr/>
    </dgm:pt>
    <dgm:pt modelId="{0B697B92-C01B-4B31-880F-31D8AA5E21C3}" type="pres">
      <dgm:prSet presAssocID="{724187BA-A9F4-421D-8727-81FEDAFE91B5}" presName="hierChild2" presStyleCnt="0"/>
      <dgm:spPr/>
    </dgm:pt>
    <dgm:pt modelId="{A693B34E-1CC0-46A2-9340-06B2822790E0}" type="pres">
      <dgm:prSet presAssocID="{AA574485-6DFC-4752-A178-EF2A7C6FC88F}" presName="Name64" presStyleLbl="parChTrans1D2" presStyleIdx="0" presStyleCnt="2"/>
      <dgm:spPr/>
    </dgm:pt>
    <dgm:pt modelId="{570B25E5-393C-4F77-86F5-0203D8F0ADA3}" type="pres">
      <dgm:prSet presAssocID="{CCC3FFA5-449F-4FE0-B07A-DD815925728F}" presName="hierRoot2" presStyleCnt="0">
        <dgm:presLayoutVars>
          <dgm:hierBranch val="init"/>
        </dgm:presLayoutVars>
      </dgm:prSet>
      <dgm:spPr/>
    </dgm:pt>
    <dgm:pt modelId="{2BC92A81-2640-4A54-903A-24647E2F90B2}" type="pres">
      <dgm:prSet presAssocID="{CCC3FFA5-449F-4FE0-B07A-DD815925728F}" presName="rootComposite" presStyleCnt="0"/>
      <dgm:spPr/>
    </dgm:pt>
    <dgm:pt modelId="{A009E5F6-AF2B-4F78-8D3C-54A635EBF52C}" type="pres">
      <dgm:prSet presAssocID="{CCC3FFA5-449F-4FE0-B07A-DD815925728F}" presName="rootText" presStyleLbl="node2" presStyleIdx="0" presStyleCnt="2">
        <dgm:presLayoutVars>
          <dgm:chPref val="3"/>
        </dgm:presLayoutVars>
      </dgm:prSet>
      <dgm:spPr/>
    </dgm:pt>
    <dgm:pt modelId="{F7739F49-2277-4510-B91E-FBB30410C120}" type="pres">
      <dgm:prSet presAssocID="{CCC3FFA5-449F-4FE0-B07A-DD815925728F}" presName="rootConnector" presStyleLbl="node2" presStyleIdx="0" presStyleCnt="2"/>
      <dgm:spPr/>
    </dgm:pt>
    <dgm:pt modelId="{47808ED0-DDDC-463B-A9FD-543337DD0C5F}" type="pres">
      <dgm:prSet presAssocID="{CCC3FFA5-449F-4FE0-B07A-DD815925728F}" presName="hierChild4" presStyleCnt="0"/>
      <dgm:spPr/>
    </dgm:pt>
    <dgm:pt modelId="{58F5A03B-D440-4E57-83CB-2D706889AA24}" type="pres">
      <dgm:prSet presAssocID="{90D8E258-2667-47E5-A1C1-EC4B4E1D73D5}" presName="Name64" presStyleLbl="parChTrans1D3" presStyleIdx="0" presStyleCnt="7"/>
      <dgm:spPr/>
    </dgm:pt>
    <dgm:pt modelId="{F58C76F8-E89E-4012-AA08-0A9BB83876F4}" type="pres">
      <dgm:prSet presAssocID="{BB8D579B-7ACE-4B04-8996-8C46824699BB}" presName="hierRoot2" presStyleCnt="0">
        <dgm:presLayoutVars>
          <dgm:hierBranch val="init"/>
        </dgm:presLayoutVars>
      </dgm:prSet>
      <dgm:spPr/>
    </dgm:pt>
    <dgm:pt modelId="{CF9988DB-BD76-4B54-B93B-D28C5F400F6A}" type="pres">
      <dgm:prSet presAssocID="{BB8D579B-7ACE-4B04-8996-8C46824699BB}" presName="rootComposite" presStyleCnt="0"/>
      <dgm:spPr/>
    </dgm:pt>
    <dgm:pt modelId="{EB064BE4-E5A0-469B-B16F-B5A289D783C4}" type="pres">
      <dgm:prSet presAssocID="{BB8D579B-7ACE-4B04-8996-8C46824699BB}" presName="rootText" presStyleLbl="node3" presStyleIdx="0" presStyleCnt="7">
        <dgm:presLayoutVars>
          <dgm:chPref val="3"/>
        </dgm:presLayoutVars>
      </dgm:prSet>
      <dgm:spPr/>
    </dgm:pt>
    <dgm:pt modelId="{F7A0E12B-6600-4F05-A834-E77CFAE826C5}" type="pres">
      <dgm:prSet presAssocID="{BB8D579B-7ACE-4B04-8996-8C46824699BB}" presName="rootConnector" presStyleLbl="node3" presStyleIdx="0" presStyleCnt="7"/>
      <dgm:spPr/>
    </dgm:pt>
    <dgm:pt modelId="{2850D001-C636-415D-AB45-3B5313AAAE23}" type="pres">
      <dgm:prSet presAssocID="{BB8D579B-7ACE-4B04-8996-8C46824699BB}" presName="hierChild4" presStyleCnt="0"/>
      <dgm:spPr/>
    </dgm:pt>
    <dgm:pt modelId="{4E7C87D0-54A6-4D64-B15B-16435B7C5DE1}" type="pres">
      <dgm:prSet presAssocID="{BB8D579B-7ACE-4B04-8996-8C46824699BB}" presName="hierChild5" presStyleCnt="0"/>
      <dgm:spPr/>
    </dgm:pt>
    <dgm:pt modelId="{39232021-BE8C-427D-A502-7A8C2646A5D4}" type="pres">
      <dgm:prSet presAssocID="{8315D451-6CAA-4ECE-BA40-B9231346B204}" presName="Name64" presStyleLbl="parChTrans1D3" presStyleIdx="1" presStyleCnt="7"/>
      <dgm:spPr/>
    </dgm:pt>
    <dgm:pt modelId="{8481A850-84D8-4D2F-B757-45E92DC919BA}" type="pres">
      <dgm:prSet presAssocID="{C7135794-6C96-43FF-86B6-F81E99F38FDF}" presName="hierRoot2" presStyleCnt="0">
        <dgm:presLayoutVars>
          <dgm:hierBranch val="init"/>
        </dgm:presLayoutVars>
      </dgm:prSet>
      <dgm:spPr/>
    </dgm:pt>
    <dgm:pt modelId="{1A010AB0-DD75-4F39-A7F4-F5F1CF092630}" type="pres">
      <dgm:prSet presAssocID="{C7135794-6C96-43FF-86B6-F81E99F38FDF}" presName="rootComposite" presStyleCnt="0"/>
      <dgm:spPr/>
    </dgm:pt>
    <dgm:pt modelId="{285FFD5D-E239-4C5B-A8F0-E05A8EA78BB8}" type="pres">
      <dgm:prSet presAssocID="{C7135794-6C96-43FF-86B6-F81E99F38FDF}" presName="rootText" presStyleLbl="node3" presStyleIdx="1" presStyleCnt="7">
        <dgm:presLayoutVars>
          <dgm:chPref val="3"/>
        </dgm:presLayoutVars>
      </dgm:prSet>
      <dgm:spPr/>
    </dgm:pt>
    <dgm:pt modelId="{A15F3AE3-BA32-400F-B659-5E6355E67939}" type="pres">
      <dgm:prSet presAssocID="{C7135794-6C96-43FF-86B6-F81E99F38FDF}" presName="rootConnector" presStyleLbl="node3" presStyleIdx="1" presStyleCnt="7"/>
      <dgm:spPr/>
    </dgm:pt>
    <dgm:pt modelId="{1336C51C-D527-4855-BFED-4BA3548D506A}" type="pres">
      <dgm:prSet presAssocID="{C7135794-6C96-43FF-86B6-F81E99F38FDF}" presName="hierChild4" presStyleCnt="0"/>
      <dgm:spPr/>
    </dgm:pt>
    <dgm:pt modelId="{1D41B0F1-E060-4A71-A16B-DF29BA2AEFB2}" type="pres">
      <dgm:prSet presAssocID="{C7135794-6C96-43FF-86B6-F81E99F38FDF}" presName="hierChild5" presStyleCnt="0"/>
      <dgm:spPr/>
    </dgm:pt>
    <dgm:pt modelId="{E049C524-CE2C-4B23-AAA3-375E1CC44647}" type="pres">
      <dgm:prSet presAssocID="{E22E3D94-08FC-4C48-9136-A1118A1A4FB9}" presName="Name64" presStyleLbl="parChTrans1D3" presStyleIdx="2" presStyleCnt="7"/>
      <dgm:spPr/>
    </dgm:pt>
    <dgm:pt modelId="{9241A4F0-78B9-435D-BAB1-0C3991E72FCE}" type="pres">
      <dgm:prSet presAssocID="{56EE91BD-E315-4D83-9AAF-1700EF3B298B}" presName="hierRoot2" presStyleCnt="0">
        <dgm:presLayoutVars>
          <dgm:hierBranch val="init"/>
        </dgm:presLayoutVars>
      </dgm:prSet>
      <dgm:spPr/>
    </dgm:pt>
    <dgm:pt modelId="{2480FB6F-6720-49BC-96D8-41503525E119}" type="pres">
      <dgm:prSet presAssocID="{56EE91BD-E315-4D83-9AAF-1700EF3B298B}" presName="rootComposite" presStyleCnt="0"/>
      <dgm:spPr/>
    </dgm:pt>
    <dgm:pt modelId="{6D91E355-AB33-4483-A101-498F55E282B4}" type="pres">
      <dgm:prSet presAssocID="{56EE91BD-E315-4D83-9AAF-1700EF3B298B}" presName="rootText" presStyleLbl="node3" presStyleIdx="2" presStyleCnt="7">
        <dgm:presLayoutVars>
          <dgm:chPref val="3"/>
        </dgm:presLayoutVars>
      </dgm:prSet>
      <dgm:spPr/>
    </dgm:pt>
    <dgm:pt modelId="{3CE05995-987E-4958-898B-853F09C7700A}" type="pres">
      <dgm:prSet presAssocID="{56EE91BD-E315-4D83-9AAF-1700EF3B298B}" presName="rootConnector" presStyleLbl="node3" presStyleIdx="2" presStyleCnt="7"/>
      <dgm:spPr/>
    </dgm:pt>
    <dgm:pt modelId="{96CF0E66-8FEB-475C-989D-79377039BD98}" type="pres">
      <dgm:prSet presAssocID="{56EE91BD-E315-4D83-9AAF-1700EF3B298B}" presName="hierChild4" presStyleCnt="0"/>
      <dgm:spPr/>
    </dgm:pt>
    <dgm:pt modelId="{DEEAB32C-8322-434D-A646-183F8A41EB99}" type="pres">
      <dgm:prSet presAssocID="{56EE91BD-E315-4D83-9AAF-1700EF3B298B}" presName="hierChild5" presStyleCnt="0"/>
      <dgm:spPr/>
    </dgm:pt>
    <dgm:pt modelId="{7A7DE42B-AC7F-48E1-816B-472A6A55DDB5}" type="pres">
      <dgm:prSet presAssocID="{6404D4FC-9E9D-4F82-AF90-DC8313C6677C}" presName="Name64" presStyleLbl="parChTrans1D3" presStyleIdx="3" presStyleCnt="7"/>
      <dgm:spPr/>
    </dgm:pt>
    <dgm:pt modelId="{CE82265D-FFFF-483A-AC01-EFB7699BC8A2}" type="pres">
      <dgm:prSet presAssocID="{B707DBCE-73A2-43FA-9AC9-4042710A458D}" presName="hierRoot2" presStyleCnt="0">
        <dgm:presLayoutVars>
          <dgm:hierBranch val="init"/>
        </dgm:presLayoutVars>
      </dgm:prSet>
      <dgm:spPr/>
    </dgm:pt>
    <dgm:pt modelId="{7819B1E4-1EA8-4DC1-933A-8EAF2AFDCFA4}" type="pres">
      <dgm:prSet presAssocID="{B707DBCE-73A2-43FA-9AC9-4042710A458D}" presName="rootComposite" presStyleCnt="0"/>
      <dgm:spPr/>
    </dgm:pt>
    <dgm:pt modelId="{230B3C8A-6CEA-45D3-BF76-56E955AE5498}" type="pres">
      <dgm:prSet presAssocID="{B707DBCE-73A2-43FA-9AC9-4042710A458D}" presName="rootText" presStyleLbl="node3" presStyleIdx="3" presStyleCnt="7">
        <dgm:presLayoutVars>
          <dgm:chPref val="3"/>
        </dgm:presLayoutVars>
      </dgm:prSet>
      <dgm:spPr/>
    </dgm:pt>
    <dgm:pt modelId="{536C8A63-5F19-4B57-8D8D-FEB68001913C}" type="pres">
      <dgm:prSet presAssocID="{B707DBCE-73A2-43FA-9AC9-4042710A458D}" presName="rootConnector" presStyleLbl="node3" presStyleIdx="3" presStyleCnt="7"/>
      <dgm:spPr/>
    </dgm:pt>
    <dgm:pt modelId="{9DB92C6E-19AF-4BDF-A2CB-0E4F6F42876F}" type="pres">
      <dgm:prSet presAssocID="{B707DBCE-73A2-43FA-9AC9-4042710A458D}" presName="hierChild4" presStyleCnt="0"/>
      <dgm:spPr/>
    </dgm:pt>
    <dgm:pt modelId="{725EC780-73A5-4712-9825-A641B83BC904}" type="pres">
      <dgm:prSet presAssocID="{B707DBCE-73A2-43FA-9AC9-4042710A458D}" presName="hierChild5" presStyleCnt="0"/>
      <dgm:spPr/>
    </dgm:pt>
    <dgm:pt modelId="{761B75EF-73B4-4B7F-8CF9-A689A68E3D95}" type="pres">
      <dgm:prSet presAssocID="{CCC3FFA5-449F-4FE0-B07A-DD815925728F}" presName="hierChild5" presStyleCnt="0"/>
      <dgm:spPr/>
    </dgm:pt>
    <dgm:pt modelId="{FC3B0BE9-227B-49A3-A7C9-B1D164750E74}" type="pres">
      <dgm:prSet presAssocID="{9C2207D5-B0C2-4613-87A5-192BCF3A89C3}" presName="Name64" presStyleLbl="parChTrans1D2" presStyleIdx="1" presStyleCnt="2"/>
      <dgm:spPr/>
    </dgm:pt>
    <dgm:pt modelId="{6203AE0F-651D-4E3B-BAA7-FAC26DEB9890}" type="pres">
      <dgm:prSet presAssocID="{1D8E6B84-8861-4249-8A26-EFCA3406D39A}" presName="hierRoot2" presStyleCnt="0">
        <dgm:presLayoutVars>
          <dgm:hierBranch val="init"/>
        </dgm:presLayoutVars>
      </dgm:prSet>
      <dgm:spPr/>
    </dgm:pt>
    <dgm:pt modelId="{AA21A018-76C2-4B73-AB90-E3D28BFD86F4}" type="pres">
      <dgm:prSet presAssocID="{1D8E6B84-8861-4249-8A26-EFCA3406D39A}" presName="rootComposite" presStyleCnt="0"/>
      <dgm:spPr/>
    </dgm:pt>
    <dgm:pt modelId="{1D49411E-6A85-430B-BC95-BD57FFFC0BEE}" type="pres">
      <dgm:prSet presAssocID="{1D8E6B84-8861-4249-8A26-EFCA3406D39A}" presName="rootText" presStyleLbl="node2" presStyleIdx="1" presStyleCnt="2">
        <dgm:presLayoutVars>
          <dgm:chPref val="3"/>
        </dgm:presLayoutVars>
      </dgm:prSet>
      <dgm:spPr/>
    </dgm:pt>
    <dgm:pt modelId="{65ADD0DB-61E1-4367-87E7-6D48F22ED8F5}" type="pres">
      <dgm:prSet presAssocID="{1D8E6B84-8861-4249-8A26-EFCA3406D39A}" presName="rootConnector" presStyleLbl="node2" presStyleIdx="1" presStyleCnt="2"/>
      <dgm:spPr/>
    </dgm:pt>
    <dgm:pt modelId="{482B56EB-DBC3-4167-A00A-5516C5E56885}" type="pres">
      <dgm:prSet presAssocID="{1D8E6B84-8861-4249-8A26-EFCA3406D39A}" presName="hierChild4" presStyleCnt="0"/>
      <dgm:spPr/>
    </dgm:pt>
    <dgm:pt modelId="{3BEEBC50-CAFC-4A2A-AA09-8DA13CB0C65C}" type="pres">
      <dgm:prSet presAssocID="{1D9C379D-B5AE-4B40-B397-7D9C3FFFD446}" presName="Name64" presStyleLbl="parChTrans1D3" presStyleIdx="4" presStyleCnt="7"/>
      <dgm:spPr/>
    </dgm:pt>
    <dgm:pt modelId="{90BAF48B-E39D-494A-87DC-BBDBEE314125}" type="pres">
      <dgm:prSet presAssocID="{0B441095-0F57-4E4D-A847-BB25DE1D1C15}" presName="hierRoot2" presStyleCnt="0">
        <dgm:presLayoutVars>
          <dgm:hierBranch val="init"/>
        </dgm:presLayoutVars>
      </dgm:prSet>
      <dgm:spPr/>
    </dgm:pt>
    <dgm:pt modelId="{B14F3568-828F-4F8B-A80D-F516FF72C5DC}" type="pres">
      <dgm:prSet presAssocID="{0B441095-0F57-4E4D-A847-BB25DE1D1C15}" presName="rootComposite" presStyleCnt="0"/>
      <dgm:spPr/>
    </dgm:pt>
    <dgm:pt modelId="{0D9D0EFE-14D1-400F-B938-5503EE6E1D34}" type="pres">
      <dgm:prSet presAssocID="{0B441095-0F57-4E4D-A847-BB25DE1D1C15}" presName="rootText" presStyleLbl="node3" presStyleIdx="4" presStyleCnt="7">
        <dgm:presLayoutVars>
          <dgm:chPref val="3"/>
        </dgm:presLayoutVars>
      </dgm:prSet>
      <dgm:spPr/>
    </dgm:pt>
    <dgm:pt modelId="{F7FCEB5D-289C-4896-8102-94342DCF04FC}" type="pres">
      <dgm:prSet presAssocID="{0B441095-0F57-4E4D-A847-BB25DE1D1C15}" presName="rootConnector" presStyleLbl="node3" presStyleIdx="4" presStyleCnt="7"/>
      <dgm:spPr/>
    </dgm:pt>
    <dgm:pt modelId="{56A5EB47-6494-4A53-9F6D-FC1085D4DE0F}" type="pres">
      <dgm:prSet presAssocID="{0B441095-0F57-4E4D-A847-BB25DE1D1C15}" presName="hierChild4" presStyleCnt="0"/>
      <dgm:spPr/>
    </dgm:pt>
    <dgm:pt modelId="{B657BD2C-F810-4B70-82C4-321070A344CB}" type="pres">
      <dgm:prSet presAssocID="{0B441095-0F57-4E4D-A847-BB25DE1D1C15}" presName="hierChild5" presStyleCnt="0"/>
      <dgm:spPr/>
    </dgm:pt>
    <dgm:pt modelId="{A20C6EB7-7995-4FC8-950F-43D89FC6600C}" type="pres">
      <dgm:prSet presAssocID="{6BB22581-B65C-4393-A973-93FB38B259D3}" presName="Name64" presStyleLbl="parChTrans1D3" presStyleIdx="5" presStyleCnt="7"/>
      <dgm:spPr/>
    </dgm:pt>
    <dgm:pt modelId="{41C48D29-88E4-4E84-B37B-E37038F5DCCD}" type="pres">
      <dgm:prSet presAssocID="{C940AE93-095F-4809-89B1-BF77EE066686}" presName="hierRoot2" presStyleCnt="0">
        <dgm:presLayoutVars>
          <dgm:hierBranch val="init"/>
        </dgm:presLayoutVars>
      </dgm:prSet>
      <dgm:spPr/>
    </dgm:pt>
    <dgm:pt modelId="{1515F3C9-7F40-499F-BD3B-2921A62E54B2}" type="pres">
      <dgm:prSet presAssocID="{C940AE93-095F-4809-89B1-BF77EE066686}" presName="rootComposite" presStyleCnt="0"/>
      <dgm:spPr/>
    </dgm:pt>
    <dgm:pt modelId="{6AD65B06-17DF-43EE-9556-EB11E2188EFF}" type="pres">
      <dgm:prSet presAssocID="{C940AE93-095F-4809-89B1-BF77EE066686}" presName="rootText" presStyleLbl="node3" presStyleIdx="5" presStyleCnt="7">
        <dgm:presLayoutVars>
          <dgm:chPref val="3"/>
        </dgm:presLayoutVars>
      </dgm:prSet>
      <dgm:spPr/>
    </dgm:pt>
    <dgm:pt modelId="{0B6075CA-FEA4-41C3-9C6F-785FB6E8B6BF}" type="pres">
      <dgm:prSet presAssocID="{C940AE93-095F-4809-89B1-BF77EE066686}" presName="rootConnector" presStyleLbl="node3" presStyleIdx="5" presStyleCnt="7"/>
      <dgm:spPr/>
    </dgm:pt>
    <dgm:pt modelId="{262C2BFA-12FB-452A-8E5A-53E397C7AAD3}" type="pres">
      <dgm:prSet presAssocID="{C940AE93-095F-4809-89B1-BF77EE066686}" presName="hierChild4" presStyleCnt="0"/>
      <dgm:spPr/>
    </dgm:pt>
    <dgm:pt modelId="{1E932171-40C3-439B-A981-764BAAB1D185}" type="pres">
      <dgm:prSet presAssocID="{C940AE93-095F-4809-89B1-BF77EE066686}" presName="hierChild5" presStyleCnt="0"/>
      <dgm:spPr/>
    </dgm:pt>
    <dgm:pt modelId="{8BD1F9A4-C79E-4A6D-880A-2A56403B58B3}" type="pres">
      <dgm:prSet presAssocID="{60A748BF-9A6A-4F8B-940C-1D56A13776B8}" presName="Name64" presStyleLbl="parChTrans1D3" presStyleIdx="6" presStyleCnt="7"/>
      <dgm:spPr/>
    </dgm:pt>
    <dgm:pt modelId="{D2C08D88-006D-4AFB-B161-7D299688E134}" type="pres">
      <dgm:prSet presAssocID="{DCD67BF1-940E-488F-B637-CD4A59EC804F}" presName="hierRoot2" presStyleCnt="0">
        <dgm:presLayoutVars>
          <dgm:hierBranch val="init"/>
        </dgm:presLayoutVars>
      </dgm:prSet>
      <dgm:spPr/>
    </dgm:pt>
    <dgm:pt modelId="{7F465C9A-8386-4EE3-A641-BB9C3F12BE22}" type="pres">
      <dgm:prSet presAssocID="{DCD67BF1-940E-488F-B637-CD4A59EC804F}" presName="rootComposite" presStyleCnt="0"/>
      <dgm:spPr/>
    </dgm:pt>
    <dgm:pt modelId="{006ED5C7-6A55-4A83-84AD-7249AA2785DD}" type="pres">
      <dgm:prSet presAssocID="{DCD67BF1-940E-488F-B637-CD4A59EC804F}" presName="rootText" presStyleLbl="node3" presStyleIdx="6" presStyleCnt="7">
        <dgm:presLayoutVars>
          <dgm:chPref val="3"/>
        </dgm:presLayoutVars>
      </dgm:prSet>
      <dgm:spPr/>
    </dgm:pt>
    <dgm:pt modelId="{CB35EF27-2E94-4927-ABEE-D2B6D0796DCB}" type="pres">
      <dgm:prSet presAssocID="{DCD67BF1-940E-488F-B637-CD4A59EC804F}" presName="rootConnector" presStyleLbl="node3" presStyleIdx="6" presStyleCnt="7"/>
      <dgm:spPr/>
    </dgm:pt>
    <dgm:pt modelId="{BAF2EF78-8EFC-4D73-88E0-35B8AC4C56B4}" type="pres">
      <dgm:prSet presAssocID="{DCD67BF1-940E-488F-B637-CD4A59EC804F}" presName="hierChild4" presStyleCnt="0"/>
      <dgm:spPr/>
    </dgm:pt>
    <dgm:pt modelId="{A3A746B2-7FCC-4F00-94DA-6385691C8ABE}" type="pres">
      <dgm:prSet presAssocID="{DCD67BF1-940E-488F-B637-CD4A59EC804F}" presName="hierChild5" presStyleCnt="0"/>
      <dgm:spPr/>
    </dgm:pt>
    <dgm:pt modelId="{AB33675F-C7FE-4329-ADAD-AD5F0725BEC9}" type="pres">
      <dgm:prSet presAssocID="{1D8E6B84-8861-4249-8A26-EFCA3406D39A}" presName="hierChild5" presStyleCnt="0"/>
      <dgm:spPr/>
    </dgm:pt>
    <dgm:pt modelId="{D3D68CF2-48C1-43C5-A404-E2E2579AE449}" type="pres">
      <dgm:prSet presAssocID="{724187BA-A9F4-421D-8727-81FEDAFE91B5}" presName="hierChild3" presStyleCnt="0"/>
      <dgm:spPr/>
    </dgm:pt>
  </dgm:ptLst>
  <dgm:cxnLst>
    <dgm:cxn modelId="{76BB1F04-EFD9-4D58-9385-4618AA1E080D}" type="presOf" srcId="{1D8E6B84-8861-4249-8A26-EFCA3406D39A}" destId="{65ADD0DB-61E1-4367-87E7-6D48F22ED8F5}" srcOrd="1" destOrd="0" presId="urn:microsoft.com/office/officeart/2009/3/layout/HorizontalOrganizationChart"/>
    <dgm:cxn modelId="{EC47200F-309B-4F5C-BD4D-216BD195CAA7}" type="presOf" srcId="{AA574485-6DFC-4752-A178-EF2A7C6FC88F}" destId="{A693B34E-1CC0-46A2-9340-06B2822790E0}" srcOrd="0" destOrd="0" presId="urn:microsoft.com/office/officeart/2009/3/layout/HorizontalOrganizationChart"/>
    <dgm:cxn modelId="{F0FE380F-74F8-4EAE-AFC4-323FD92E61DC}" type="presOf" srcId="{1CE08A9F-40A5-4C92-BAC3-8F3D11D5A114}" destId="{3D832FCF-99B8-4C7B-BF17-2471DFD78D54}" srcOrd="0" destOrd="0" presId="urn:microsoft.com/office/officeart/2009/3/layout/HorizontalOrganizationChart"/>
    <dgm:cxn modelId="{E572361D-CA2D-40B4-8A10-3387D841D05D}" type="presOf" srcId="{C940AE93-095F-4809-89B1-BF77EE066686}" destId="{0B6075CA-FEA4-41C3-9C6F-785FB6E8B6BF}" srcOrd="1" destOrd="0" presId="urn:microsoft.com/office/officeart/2009/3/layout/HorizontalOrganizationChart"/>
    <dgm:cxn modelId="{DF17EF24-63B6-4991-B7AD-361C7696642B}" type="presOf" srcId="{0B441095-0F57-4E4D-A847-BB25DE1D1C15}" destId="{F7FCEB5D-289C-4896-8102-94342DCF04FC}" srcOrd="1" destOrd="0" presId="urn:microsoft.com/office/officeart/2009/3/layout/HorizontalOrganizationChart"/>
    <dgm:cxn modelId="{D48AB031-EA7F-42F4-92B1-1341E9EC7CE9}" type="presOf" srcId="{1D8E6B84-8861-4249-8A26-EFCA3406D39A}" destId="{1D49411E-6A85-430B-BC95-BD57FFFC0BEE}" srcOrd="0" destOrd="0" presId="urn:microsoft.com/office/officeart/2009/3/layout/HorizontalOrganizationChart"/>
    <dgm:cxn modelId="{48FC1036-A433-4E05-89A8-E40A530207F9}" srcId="{724187BA-A9F4-421D-8727-81FEDAFE91B5}" destId="{1D8E6B84-8861-4249-8A26-EFCA3406D39A}" srcOrd="1" destOrd="0" parTransId="{9C2207D5-B0C2-4613-87A5-192BCF3A89C3}" sibTransId="{546E84B7-4EDE-4716-9180-700A8F91E7C4}"/>
    <dgm:cxn modelId="{C13F0139-ACE9-4525-B0AC-3684459E79A8}" type="presOf" srcId="{6BB22581-B65C-4393-A973-93FB38B259D3}" destId="{A20C6EB7-7995-4FC8-950F-43D89FC6600C}" srcOrd="0" destOrd="0" presId="urn:microsoft.com/office/officeart/2009/3/layout/HorizontalOrganizationChart"/>
    <dgm:cxn modelId="{A02CEB3E-C3DC-4329-B705-294BFFDA2813}" srcId="{1D8E6B84-8861-4249-8A26-EFCA3406D39A}" destId="{DCD67BF1-940E-488F-B637-CD4A59EC804F}" srcOrd="2" destOrd="0" parTransId="{60A748BF-9A6A-4F8B-940C-1D56A13776B8}" sibTransId="{752BFE87-3BF9-4090-AEBC-935FC41714C4}"/>
    <dgm:cxn modelId="{6DFCE340-947C-4F1F-BDDA-1257C493558A}" type="presOf" srcId="{6404D4FC-9E9D-4F82-AF90-DC8313C6677C}" destId="{7A7DE42B-AC7F-48E1-816B-472A6A55DDB5}" srcOrd="0" destOrd="0" presId="urn:microsoft.com/office/officeart/2009/3/layout/HorizontalOrganizationChart"/>
    <dgm:cxn modelId="{1602AA45-FD61-4271-B730-150F5EC51D04}" srcId="{CCC3FFA5-449F-4FE0-B07A-DD815925728F}" destId="{56EE91BD-E315-4D83-9AAF-1700EF3B298B}" srcOrd="2" destOrd="0" parTransId="{E22E3D94-08FC-4C48-9136-A1118A1A4FB9}" sibTransId="{36EBF9EA-9B3D-4504-9CB1-5036718F58DD}"/>
    <dgm:cxn modelId="{87285850-BB4E-46E8-89E4-D491DCEDB943}" srcId="{CCC3FFA5-449F-4FE0-B07A-DD815925728F}" destId="{BB8D579B-7ACE-4B04-8996-8C46824699BB}" srcOrd="0" destOrd="0" parTransId="{90D8E258-2667-47E5-A1C1-EC4B4E1D73D5}" sibTransId="{446BB026-E4E6-412E-9C05-34E1C55180DF}"/>
    <dgm:cxn modelId="{94AEF856-8587-40F6-A182-F681B186F2AE}" type="presOf" srcId="{B707DBCE-73A2-43FA-9AC9-4042710A458D}" destId="{536C8A63-5F19-4B57-8D8D-FEB68001913C}" srcOrd="1" destOrd="0" presId="urn:microsoft.com/office/officeart/2009/3/layout/HorizontalOrganizationChart"/>
    <dgm:cxn modelId="{0999555C-7BC9-4FF4-9348-B1785B0D702F}" type="presOf" srcId="{9C2207D5-B0C2-4613-87A5-192BCF3A89C3}" destId="{FC3B0BE9-227B-49A3-A7C9-B1D164750E74}" srcOrd="0" destOrd="0" presId="urn:microsoft.com/office/officeart/2009/3/layout/HorizontalOrganizationChart"/>
    <dgm:cxn modelId="{702E8A6C-0FA4-4801-98BC-9BD50B324121}" type="presOf" srcId="{C940AE93-095F-4809-89B1-BF77EE066686}" destId="{6AD65B06-17DF-43EE-9556-EB11E2188EFF}" srcOrd="0" destOrd="0" presId="urn:microsoft.com/office/officeart/2009/3/layout/HorizontalOrganizationChart"/>
    <dgm:cxn modelId="{19C5A172-4E7F-41B8-B9C5-227994E64E3A}" type="presOf" srcId="{BB8D579B-7ACE-4B04-8996-8C46824699BB}" destId="{EB064BE4-E5A0-469B-B16F-B5A289D783C4}" srcOrd="0" destOrd="0" presId="urn:microsoft.com/office/officeart/2009/3/layout/HorizontalOrganizationChart"/>
    <dgm:cxn modelId="{0CC87A74-30A8-4028-A224-6BF4D2C720BF}" srcId="{1D8E6B84-8861-4249-8A26-EFCA3406D39A}" destId="{C940AE93-095F-4809-89B1-BF77EE066686}" srcOrd="1" destOrd="0" parTransId="{6BB22581-B65C-4393-A973-93FB38B259D3}" sibTransId="{59A4D8CB-16D9-4C29-9351-024E950112C5}"/>
    <dgm:cxn modelId="{56D18D74-E399-49AE-B570-10D424D1D85C}" srcId="{724187BA-A9F4-421D-8727-81FEDAFE91B5}" destId="{CCC3FFA5-449F-4FE0-B07A-DD815925728F}" srcOrd="0" destOrd="0" parTransId="{AA574485-6DFC-4752-A178-EF2A7C6FC88F}" sibTransId="{89C3BD24-4FBA-4778-B9AC-680FA0C26BD2}"/>
    <dgm:cxn modelId="{A5B3517A-4C35-40A1-B2C0-174C0A7A652F}" type="presOf" srcId="{724187BA-A9F4-421D-8727-81FEDAFE91B5}" destId="{AA53CB6D-1708-4A27-9A5E-6C1FCFB75E62}" srcOrd="0" destOrd="0" presId="urn:microsoft.com/office/officeart/2009/3/layout/HorizontalOrganizationChart"/>
    <dgm:cxn modelId="{C1A8488C-A3F3-4EBA-A0B1-75EF3D92E9A5}" type="presOf" srcId="{C7135794-6C96-43FF-86B6-F81E99F38FDF}" destId="{285FFD5D-E239-4C5B-A8F0-E05A8EA78BB8}" srcOrd="0" destOrd="0" presId="urn:microsoft.com/office/officeart/2009/3/layout/HorizontalOrganizationChart"/>
    <dgm:cxn modelId="{8E3D3F94-7B75-40EE-9500-D9F0EDC7307C}" type="presOf" srcId="{DCD67BF1-940E-488F-B637-CD4A59EC804F}" destId="{CB35EF27-2E94-4927-ABEE-D2B6D0796DCB}" srcOrd="1" destOrd="0" presId="urn:microsoft.com/office/officeart/2009/3/layout/HorizontalOrganizationChart"/>
    <dgm:cxn modelId="{4C5A5FA8-2FCD-4B76-9788-B06E2A694283}" type="presOf" srcId="{B707DBCE-73A2-43FA-9AC9-4042710A458D}" destId="{230B3C8A-6CEA-45D3-BF76-56E955AE5498}" srcOrd="0" destOrd="0" presId="urn:microsoft.com/office/officeart/2009/3/layout/HorizontalOrganizationChart"/>
    <dgm:cxn modelId="{AF1AB9AD-A1E4-430F-84E9-06C3ADDD652F}" srcId="{1D8E6B84-8861-4249-8A26-EFCA3406D39A}" destId="{0B441095-0F57-4E4D-A847-BB25DE1D1C15}" srcOrd="0" destOrd="0" parTransId="{1D9C379D-B5AE-4B40-B397-7D9C3FFFD446}" sibTransId="{7B690C12-8186-4D02-93E1-D65A5F6DD5C8}"/>
    <dgm:cxn modelId="{B9808EAF-6DBC-4E0A-B52B-DCE924FFBA1E}" srcId="{1CE08A9F-40A5-4C92-BAC3-8F3D11D5A114}" destId="{724187BA-A9F4-421D-8727-81FEDAFE91B5}" srcOrd="0" destOrd="0" parTransId="{AEC4741B-B0B3-4E43-8245-5BAA381AB5D8}" sibTransId="{A628403F-F7A4-46D5-84A2-183BD872D01B}"/>
    <dgm:cxn modelId="{B6EADAB0-8583-4131-837F-E8B7E340A49B}" type="presOf" srcId="{8315D451-6CAA-4ECE-BA40-B9231346B204}" destId="{39232021-BE8C-427D-A502-7A8C2646A5D4}" srcOrd="0" destOrd="0" presId="urn:microsoft.com/office/officeart/2009/3/layout/HorizontalOrganizationChart"/>
    <dgm:cxn modelId="{9D3A3EB2-CF01-48E4-B5BE-B5DD72FE8CCB}" type="presOf" srcId="{0B441095-0F57-4E4D-A847-BB25DE1D1C15}" destId="{0D9D0EFE-14D1-400F-B938-5503EE6E1D34}" srcOrd="0" destOrd="0" presId="urn:microsoft.com/office/officeart/2009/3/layout/HorizontalOrganizationChart"/>
    <dgm:cxn modelId="{E99A9BB5-BE0D-4435-BFCC-A51F6B09FB00}" srcId="{CCC3FFA5-449F-4FE0-B07A-DD815925728F}" destId="{C7135794-6C96-43FF-86B6-F81E99F38FDF}" srcOrd="1" destOrd="0" parTransId="{8315D451-6CAA-4ECE-BA40-B9231346B204}" sibTransId="{AA3B98AC-0A9C-4BAC-9AA4-1C7F9A054162}"/>
    <dgm:cxn modelId="{F643B2B5-183C-4E27-848D-4BFFFD530543}" type="presOf" srcId="{90D8E258-2667-47E5-A1C1-EC4B4E1D73D5}" destId="{58F5A03B-D440-4E57-83CB-2D706889AA24}" srcOrd="0" destOrd="0" presId="urn:microsoft.com/office/officeart/2009/3/layout/HorizontalOrganizationChart"/>
    <dgm:cxn modelId="{81C778C7-FE4F-4C67-9FF9-43FC21AE0C8D}" type="presOf" srcId="{CCC3FFA5-449F-4FE0-B07A-DD815925728F}" destId="{F7739F49-2277-4510-B91E-FBB30410C120}" srcOrd="1" destOrd="0" presId="urn:microsoft.com/office/officeart/2009/3/layout/HorizontalOrganizationChart"/>
    <dgm:cxn modelId="{6AE576D0-6A28-4DCF-A022-9C5000BB7EE9}" type="presOf" srcId="{56EE91BD-E315-4D83-9AAF-1700EF3B298B}" destId="{3CE05995-987E-4958-898B-853F09C7700A}" srcOrd="1" destOrd="0" presId="urn:microsoft.com/office/officeart/2009/3/layout/HorizontalOrganizationChart"/>
    <dgm:cxn modelId="{541E1ED4-4D2B-4D94-93F0-FA9E10C15941}" type="presOf" srcId="{1D9C379D-B5AE-4B40-B397-7D9C3FFFD446}" destId="{3BEEBC50-CAFC-4A2A-AA09-8DA13CB0C65C}" srcOrd="0" destOrd="0" presId="urn:microsoft.com/office/officeart/2009/3/layout/HorizontalOrganizationChart"/>
    <dgm:cxn modelId="{9EE59CDD-CA4B-4A1A-8BD7-E53E1834FB83}" type="presOf" srcId="{724187BA-A9F4-421D-8727-81FEDAFE91B5}" destId="{321F25F4-40AC-4134-89B2-FAB3DD69D6F3}" srcOrd="1" destOrd="0" presId="urn:microsoft.com/office/officeart/2009/3/layout/HorizontalOrganizationChart"/>
    <dgm:cxn modelId="{CE6934DF-974A-45DB-9AFF-DE64A735C777}" type="presOf" srcId="{CCC3FFA5-449F-4FE0-B07A-DD815925728F}" destId="{A009E5F6-AF2B-4F78-8D3C-54A635EBF52C}" srcOrd="0" destOrd="0" presId="urn:microsoft.com/office/officeart/2009/3/layout/HorizontalOrganizationChart"/>
    <dgm:cxn modelId="{4C4B6DE6-1F62-4724-9A06-8429D9F5360B}" srcId="{CCC3FFA5-449F-4FE0-B07A-DD815925728F}" destId="{B707DBCE-73A2-43FA-9AC9-4042710A458D}" srcOrd="3" destOrd="0" parTransId="{6404D4FC-9E9D-4F82-AF90-DC8313C6677C}" sibTransId="{3D128FC4-5BF9-4A9D-B9CF-0304B9ECC7FF}"/>
    <dgm:cxn modelId="{1AE53CEB-4369-44AF-BC47-249BF7694468}" type="presOf" srcId="{BB8D579B-7ACE-4B04-8996-8C46824699BB}" destId="{F7A0E12B-6600-4F05-A834-E77CFAE826C5}" srcOrd="1" destOrd="0" presId="urn:microsoft.com/office/officeart/2009/3/layout/HorizontalOrganizationChart"/>
    <dgm:cxn modelId="{712280EF-B32F-49FD-B38B-E752F0808855}" type="presOf" srcId="{DCD67BF1-940E-488F-B637-CD4A59EC804F}" destId="{006ED5C7-6A55-4A83-84AD-7249AA2785DD}" srcOrd="0" destOrd="0" presId="urn:microsoft.com/office/officeart/2009/3/layout/HorizontalOrganizationChart"/>
    <dgm:cxn modelId="{D9D10CF1-CDCF-406B-8BE6-D10277B48265}" type="presOf" srcId="{C7135794-6C96-43FF-86B6-F81E99F38FDF}" destId="{A15F3AE3-BA32-400F-B659-5E6355E67939}" srcOrd="1" destOrd="0" presId="urn:microsoft.com/office/officeart/2009/3/layout/HorizontalOrganizationChart"/>
    <dgm:cxn modelId="{345B62F2-8C5F-4513-AD3C-74149A5E5A08}" type="presOf" srcId="{60A748BF-9A6A-4F8B-940C-1D56A13776B8}" destId="{8BD1F9A4-C79E-4A6D-880A-2A56403B58B3}" srcOrd="0" destOrd="0" presId="urn:microsoft.com/office/officeart/2009/3/layout/HorizontalOrganizationChart"/>
    <dgm:cxn modelId="{45B952F7-413C-4109-BEF0-A653141617BB}" type="presOf" srcId="{E22E3D94-08FC-4C48-9136-A1118A1A4FB9}" destId="{E049C524-CE2C-4B23-AAA3-375E1CC44647}" srcOrd="0" destOrd="0" presId="urn:microsoft.com/office/officeart/2009/3/layout/HorizontalOrganizationChart"/>
    <dgm:cxn modelId="{A2FAE5F8-51C7-44E5-B95D-36CAE6CA11D1}" type="presOf" srcId="{56EE91BD-E315-4D83-9AAF-1700EF3B298B}" destId="{6D91E355-AB33-4483-A101-498F55E282B4}" srcOrd="0" destOrd="0" presId="urn:microsoft.com/office/officeart/2009/3/layout/HorizontalOrganizationChart"/>
    <dgm:cxn modelId="{9F35EC90-BE72-409A-990C-744DB4970AEA}" type="presParOf" srcId="{3D832FCF-99B8-4C7B-BF17-2471DFD78D54}" destId="{0050E19B-A7E6-4407-B6F6-A88D85F91EC6}" srcOrd="0" destOrd="0" presId="urn:microsoft.com/office/officeart/2009/3/layout/HorizontalOrganizationChart"/>
    <dgm:cxn modelId="{2C493594-E900-4720-9E8A-27DF8A1FDEAC}" type="presParOf" srcId="{0050E19B-A7E6-4407-B6F6-A88D85F91EC6}" destId="{A16B9975-24E6-429C-857B-1BAF23980155}" srcOrd="0" destOrd="0" presId="urn:microsoft.com/office/officeart/2009/3/layout/HorizontalOrganizationChart"/>
    <dgm:cxn modelId="{455B03E2-443B-4012-873E-A3806CFD81EE}" type="presParOf" srcId="{A16B9975-24E6-429C-857B-1BAF23980155}" destId="{AA53CB6D-1708-4A27-9A5E-6C1FCFB75E62}" srcOrd="0" destOrd="0" presId="urn:microsoft.com/office/officeart/2009/3/layout/HorizontalOrganizationChart"/>
    <dgm:cxn modelId="{BAD7ECC3-82BE-4E0E-B5E3-45DF6D6BE57E}" type="presParOf" srcId="{A16B9975-24E6-429C-857B-1BAF23980155}" destId="{321F25F4-40AC-4134-89B2-FAB3DD69D6F3}" srcOrd="1" destOrd="0" presId="urn:microsoft.com/office/officeart/2009/3/layout/HorizontalOrganizationChart"/>
    <dgm:cxn modelId="{AE5F9714-37A9-4D85-8419-2D855FC8D578}" type="presParOf" srcId="{0050E19B-A7E6-4407-B6F6-A88D85F91EC6}" destId="{0B697B92-C01B-4B31-880F-31D8AA5E21C3}" srcOrd="1" destOrd="0" presId="urn:microsoft.com/office/officeart/2009/3/layout/HorizontalOrganizationChart"/>
    <dgm:cxn modelId="{B3F7CB45-5EE1-4421-9161-109A86730186}" type="presParOf" srcId="{0B697B92-C01B-4B31-880F-31D8AA5E21C3}" destId="{A693B34E-1CC0-46A2-9340-06B2822790E0}" srcOrd="0" destOrd="0" presId="urn:microsoft.com/office/officeart/2009/3/layout/HorizontalOrganizationChart"/>
    <dgm:cxn modelId="{2A31EF00-97A8-4247-A7B1-BD241D409DE1}" type="presParOf" srcId="{0B697B92-C01B-4B31-880F-31D8AA5E21C3}" destId="{570B25E5-393C-4F77-86F5-0203D8F0ADA3}" srcOrd="1" destOrd="0" presId="urn:microsoft.com/office/officeart/2009/3/layout/HorizontalOrganizationChart"/>
    <dgm:cxn modelId="{A896C9B9-D862-4761-92E8-308F126D777B}" type="presParOf" srcId="{570B25E5-393C-4F77-86F5-0203D8F0ADA3}" destId="{2BC92A81-2640-4A54-903A-24647E2F90B2}" srcOrd="0" destOrd="0" presId="urn:microsoft.com/office/officeart/2009/3/layout/HorizontalOrganizationChart"/>
    <dgm:cxn modelId="{F0CF2021-6D3D-4ED5-8BB2-F14DC871E6F1}" type="presParOf" srcId="{2BC92A81-2640-4A54-903A-24647E2F90B2}" destId="{A009E5F6-AF2B-4F78-8D3C-54A635EBF52C}" srcOrd="0" destOrd="0" presId="urn:microsoft.com/office/officeart/2009/3/layout/HorizontalOrganizationChart"/>
    <dgm:cxn modelId="{2CA8720D-6761-44C4-914D-ECA92017FC3F}" type="presParOf" srcId="{2BC92A81-2640-4A54-903A-24647E2F90B2}" destId="{F7739F49-2277-4510-B91E-FBB30410C120}" srcOrd="1" destOrd="0" presId="urn:microsoft.com/office/officeart/2009/3/layout/HorizontalOrganizationChart"/>
    <dgm:cxn modelId="{90FE91FA-A415-45D0-AC2D-D0572CD64A7B}" type="presParOf" srcId="{570B25E5-393C-4F77-86F5-0203D8F0ADA3}" destId="{47808ED0-DDDC-463B-A9FD-543337DD0C5F}" srcOrd="1" destOrd="0" presId="urn:microsoft.com/office/officeart/2009/3/layout/HorizontalOrganizationChart"/>
    <dgm:cxn modelId="{01B83F99-5FDC-4886-9802-8DE768389B7A}" type="presParOf" srcId="{47808ED0-DDDC-463B-A9FD-543337DD0C5F}" destId="{58F5A03B-D440-4E57-83CB-2D706889AA24}" srcOrd="0" destOrd="0" presId="urn:microsoft.com/office/officeart/2009/3/layout/HorizontalOrganizationChart"/>
    <dgm:cxn modelId="{50C867BC-A42E-4562-9BAB-6CB788F48591}" type="presParOf" srcId="{47808ED0-DDDC-463B-A9FD-543337DD0C5F}" destId="{F58C76F8-E89E-4012-AA08-0A9BB83876F4}" srcOrd="1" destOrd="0" presId="urn:microsoft.com/office/officeart/2009/3/layout/HorizontalOrganizationChart"/>
    <dgm:cxn modelId="{B6CDFFB2-734F-44FC-91DA-A5E194FBFB0E}" type="presParOf" srcId="{F58C76F8-E89E-4012-AA08-0A9BB83876F4}" destId="{CF9988DB-BD76-4B54-B93B-D28C5F400F6A}" srcOrd="0" destOrd="0" presId="urn:microsoft.com/office/officeart/2009/3/layout/HorizontalOrganizationChart"/>
    <dgm:cxn modelId="{C974F330-5EDC-4EA8-95F2-72BCAFD602B2}" type="presParOf" srcId="{CF9988DB-BD76-4B54-B93B-D28C5F400F6A}" destId="{EB064BE4-E5A0-469B-B16F-B5A289D783C4}" srcOrd="0" destOrd="0" presId="urn:microsoft.com/office/officeart/2009/3/layout/HorizontalOrganizationChart"/>
    <dgm:cxn modelId="{636B651A-B194-424D-9D9A-4554556C032E}" type="presParOf" srcId="{CF9988DB-BD76-4B54-B93B-D28C5F400F6A}" destId="{F7A0E12B-6600-4F05-A834-E77CFAE826C5}" srcOrd="1" destOrd="0" presId="urn:microsoft.com/office/officeart/2009/3/layout/HorizontalOrganizationChart"/>
    <dgm:cxn modelId="{FE21E65D-1AB8-4B03-BD3F-5A0708C6576F}" type="presParOf" srcId="{F58C76F8-E89E-4012-AA08-0A9BB83876F4}" destId="{2850D001-C636-415D-AB45-3B5313AAAE23}" srcOrd="1" destOrd="0" presId="urn:microsoft.com/office/officeart/2009/3/layout/HorizontalOrganizationChart"/>
    <dgm:cxn modelId="{B13E2AB6-AEA1-4849-898A-A915A46EC6A9}" type="presParOf" srcId="{F58C76F8-E89E-4012-AA08-0A9BB83876F4}" destId="{4E7C87D0-54A6-4D64-B15B-16435B7C5DE1}" srcOrd="2" destOrd="0" presId="urn:microsoft.com/office/officeart/2009/3/layout/HorizontalOrganizationChart"/>
    <dgm:cxn modelId="{8F1A616C-2374-4F3A-B0CA-18CF98DBC082}" type="presParOf" srcId="{47808ED0-DDDC-463B-A9FD-543337DD0C5F}" destId="{39232021-BE8C-427D-A502-7A8C2646A5D4}" srcOrd="2" destOrd="0" presId="urn:microsoft.com/office/officeart/2009/3/layout/HorizontalOrganizationChart"/>
    <dgm:cxn modelId="{EDA8378D-DAB8-4B3E-9311-564BDAED3DAC}" type="presParOf" srcId="{47808ED0-DDDC-463B-A9FD-543337DD0C5F}" destId="{8481A850-84D8-4D2F-B757-45E92DC919BA}" srcOrd="3" destOrd="0" presId="urn:microsoft.com/office/officeart/2009/3/layout/HorizontalOrganizationChart"/>
    <dgm:cxn modelId="{6600A9E9-DA83-4077-990D-52BAD8D9041E}" type="presParOf" srcId="{8481A850-84D8-4D2F-B757-45E92DC919BA}" destId="{1A010AB0-DD75-4F39-A7F4-F5F1CF092630}" srcOrd="0" destOrd="0" presId="urn:microsoft.com/office/officeart/2009/3/layout/HorizontalOrganizationChart"/>
    <dgm:cxn modelId="{03EB3538-053B-482E-A311-C9AA51EA31B0}" type="presParOf" srcId="{1A010AB0-DD75-4F39-A7F4-F5F1CF092630}" destId="{285FFD5D-E239-4C5B-A8F0-E05A8EA78BB8}" srcOrd="0" destOrd="0" presId="urn:microsoft.com/office/officeart/2009/3/layout/HorizontalOrganizationChart"/>
    <dgm:cxn modelId="{BF5E4277-C8EE-4A47-B6DC-6688AB382579}" type="presParOf" srcId="{1A010AB0-DD75-4F39-A7F4-F5F1CF092630}" destId="{A15F3AE3-BA32-400F-B659-5E6355E67939}" srcOrd="1" destOrd="0" presId="urn:microsoft.com/office/officeart/2009/3/layout/HorizontalOrganizationChart"/>
    <dgm:cxn modelId="{4801AF6F-4E69-490D-9634-0349BE6B990A}" type="presParOf" srcId="{8481A850-84D8-4D2F-B757-45E92DC919BA}" destId="{1336C51C-D527-4855-BFED-4BA3548D506A}" srcOrd="1" destOrd="0" presId="urn:microsoft.com/office/officeart/2009/3/layout/HorizontalOrganizationChart"/>
    <dgm:cxn modelId="{9AE6BBE9-A985-4D00-A676-C1572E0FC811}" type="presParOf" srcId="{8481A850-84D8-4D2F-B757-45E92DC919BA}" destId="{1D41B0F1-E060-4A71-A16B-DF29BA2AEFB2}" srcOrd="2" destOrd="0" presId="urn:microsoft.com/office/officeart/2009/3/layout/HorizontalOrganizationChart"/>
    <dgm:cxn modelId="{FF7A9DD6-8112-41EB-8142-AE49E1E053E3}" type="presParOf" srcId="{47808ED0-DDDC-463B-A9FD-543337DD0C5F}" destId="{E049C524-CE2C-4B23-AAA3-375E1CC44647}" srcOrd="4" destOrd="0" presId="urn:microsoft.com/office/officeart/2009/3/layout/HorizontalOrganizationChart"/>
    <dgm:cxn modelId="{1EF12A85-56ED-4B1B-8132-0E7CB263B19B}" type="presParOf" srcId="{47808ED0-DDDC-463B-A9FD-543337DD0C5F}" destId="{9241A4F0-78B9-435D-BAB1-0C3991E72FCE}" srcOrd="5" destOrd="0" presId="urn:microsoft.com/office/officeart/2009/3/layout/HorizontalOrganizationChart"/>
    <dgm:cxn modelId="{465CAD22-0CF9-4DFE-97A6-1322A6FE438A}" type="presParOf" srcId="{9241A4F0-78B9-435D-BAB1-0C3991E72FCE}" destId="{2480FB6F-6720-49BC-96D8-41503525E119}" srcOrd="0" destOrd="0" presId="urn:microsoft.com/office/officeart/2009/3/layout/HorizontalOrganizationChart"/>
    <dgm:cxn modelId="{FC704373-5C5C-4268-8F79-3C37733943F0}" type="presParOf" srcId="{2480FB6F-6720-49BC-96D8-41503525E119}" destId="{6D91E355-AB33-4483-A101-498F55E282B4}" srcOrd="0" destOrd="0" presId="urn:microsoft.com/office/officeart/2009/3/layout/HorizontalOrganizationChart"/>
    <dgm:cxn modelId="{B273D567-66D3-4CD3-A20F-99BBE48222CE}" type="presParOf" srcId="{2480FB6F-6720-49BC-96D8-41503525E119}" destId="{3CE05995-987E-4958-898B-853F09C7700A}" srcOrd="1" destOrd="0" presId="urn:microsoft.com/office/officeart/2009/3/layout/HorizontalOrganizationChart"/>
    <dgm:cxn modelId="{6762231A-2C1E-41F5-A4C4-16DA20232C09}" type="presParOf" srcId="{9241A4F0-78B9-435D-BAB1-0C3991E72FCE}" destId="{96CF0E66-8FEB-475C-989D-79377039BD98}" srcOrd="1" destOrd="0" presId="urn:microsoft.com/office/officeart/2009/3/layout/HorizontalOrganizationChart"/>
    <dgm:cxn modelId="{FF9AC9B2-BA09-41C8-B783-F79534905693}" type="presParOf" srcId="{9241A4F0-78B9-435D-BAB1-0C3991E72FCE}" destId="{DEEAB32C-8322-434D-A646-183F8A41EB99}" srcOrd="2" destOrd="0" presId="urn:microsoft.com/office/officeart/2009/3/layout/HorizontalOrganizationChart"/>
    <dgm:cxn modelId="{18A87BCE-0FEB-4941-B3D4-D79DF54C03AB}" type="presParOf" srcId="{47808ED0-DDDC-463B-A9FD-543337DD0C5F}" destId="{7A7DE42B-AC7F-48E1-816B-472A6A55DDB5}" srcOrd="6" destOrd="0" presId="urn:microsoft.com/office/officeart/2009/3/layout/HorizontalOrganizationChart"/>
    <dgm:cxn modelId="{B9281404-D376-492B-863C-E205025BCEAB}" type="presParOf" srcId="{47808ED0-DDDC-463B-A9FD-543337DD0C5F}" destId="{CE82265D-FFFF-483A-AC01-EFB7699BC8A2}" srcOrd="7" destOrd="0" presId="urn:microsoft.com/office/officeart/2009/3/layout/HorizontalOrganizationChart"/>
    <dgm:cxn modelId="{CD56013E-CC63-41B0-A563-85894F96504C}" type="presParOf" srcId="{CE82265D-FFFF-483A-AC01-EFB7699BC8A2}" destId="{7819B1E4-1EA8-4DC1-933A-8EAF2AFDCFA4}" srcOrd="0" destOrd="0" presId="urn:microsoft.com/office/officeart/2009/3/layout/HorizontalOrganizationChart"/>
    <dgm:cxn modelId="{8661B6DE-8AD8-44B7-9192-DB52A85BFC5C}" type="presParOf" srcId="{7819B1E4-1EA8-4DC1-933A-8EAF2AFDCFA4}" destId="{230B3C8A-6CEA-45D3-BF76-56E955AE5498}" srcOrd="0" destOrd="0" presId="urn:microsoft.com/office/officeart/2009/3/layout/HorizontalOrganizationChart"/>
    <dgm:cxn modelId="{501AFAA1-31A1-44A8-BDDE-256F293B2D5D}" type="presParOf" srcId="{7819B1E4-1EA8-4DC1-933A-8EAF2AFDCFA4}" destId="{536C8A63-5F19-4B57-8D8D-FEB68001913C}" srcOrd="1" destOrd="0" presId="urn:microsoft.com/office/officeart/2009/3/layout/HorizontalOrganizationChart"/>
    <dgm:cxn modelId="{2A10CB7E-355F-4E3C-93E7-2FB33EFD3228}" type="presParOf" srcId="{CE82265D-FFFF-483A-AC01-EFB7699BC8A2}" destId="{9DB92C6E-19AF-4BDF-A2CB-0E4F6F42876F}" srcOrd="1" destOrd="0" presId="urn:microsoft.com/office/officeart/2009/3/layout/HorizontalOrganizationChart"/>
    <dgm:cxn modelId="{A2BE3021-B528-4C45-B74B-1A3586ED7276}" type="presParOf" srcId="{CE82265D-FFFF-483A-AC01-EFB7699BC8A2}" destId="{725EC780-73A5-4712-9825-A641B83BC904}" srcOrd="2" destOrd="0" presId="urn:microsoft.com/office/officeart/2009/3/layout/HorizontalOrganizationChart"/>
    <dgm:cxn modelId="{CB26546D-438F-4F6A-BD2D-9BE3A01C856B}" type="presParOf" srcId="{570B25E5-393C-4F77-86F5-0203D8F0ADA3}" destId="{761B75EF-73B4-4B7F-8CF9-A689A68E3D95}" srcOrd="2" destOrd="0" presId="urn:microsoft.com/office/officeart/2009/3/layout/HorizontalOrganizationChart"/>
    <dgm:cxn modelId="{6B5B2C3C-57F8-4AD4-B279-D572AA8C98E4}" type="presParOf" srcId="{0B697B92-C01B-4B31-880F-31D8AA5E21C3}" destId="{FC3B0BE9-227B-49A3-A7C9-B1D164750E74}" srcOrd="2" destOrd="0" presId="urn:microsoft.com/office/officeart/2009/3/layout/HorizontalOrganizationChart"/>
    <dgm:cxn modelId="{7FC1D87A-BB68-42F9-BB6A-C997E8753AD6}" type="presParOf" srcId="{0B697B92-C01B-4B31-880F-31D8AA5E21C3}" destId="{6203AE0F-651D-4E3B-BAA7-FAC26DEB9890}" srcOrd="3" destOrd="0" presId="urn:microsoft.com/office/officeart/2009/3/layout/HorizontalOrganizationChart"/>
    <dgm:cxn modelId="{91DA82DD-445D-475A-8D48-36D74F24CC60}" type="presParOf" srcId="{6203AE0F-651D-4E3B-BAA7-FAC26DEB9890}" destId="{AA21A018-76C2-4B73-AB90-E3D28BFD86F4}" srcOrd="0" destOrd="0" presId="urn:microsoft.com/office/officeart/2009/3/layout/HorizontalOrganizationChart"/>
    <dgm:cxn modelId="{26BBE144-267A-4920-9B88-AA9988E17E25}" type="presParOf" srcId="{AA21A018-76C2-4B73-AB90-E3D28BFD86F4}" destId="{1D49411E-6A85-430B-BC95-BD57FFFC0BEE}" srcOrd="0" destOrd="0" presId="urn:microsoft.com/office/officeart/2009/3/layout/HorizontalOrganizationChart"/>
    <dgm:cxn modelId="{F782FBDB-846E-4CCA-AE4A-5F5529B86628}" type="presParOf" srcId="{AA21A018-76C2-4B73-AB90-E3D28BFD86F4}" destId="{65ADD0DB-61E1-4367-87E7-6D48F22ED8F5}" srcOrd="1" destOrd="0" presId="urn:microsoft.com/office/officeart/2009/3/layout/HorizontalOrganizationChart"/>
    <dgm:cxn modelId="{2235DA7B-22B3-4EA8-8F5D-7882A33195F5}" type="presParOf" srcId="{6203AE0F-651D-4E3B-BAA7-FAC26DEB9890}" destId="{482B56EB-DBC3-4167-A00A-5516C5E56885}" srcOrd="1" destOrd="0" presId="urn:microsoft.com/office/officeart/2009/3/layout/HorizontalOrganizationChart"/>
    <dgm:cxn modelId="{A576D3EF-77EF-4218-ACFB-C0BA69E2E755}" type="presParOf" srcId="{482B56EB-DBC3-4167-A00A-5516C5E56885}" destId="{3BEEBC50-CAFC-4A2A-AA09-8DA13CB0C65C}" srcOrd="0" destOrd="0" presId="urn:microsoft.com/office/officeart/2009/3/layout/HorizontalOrganizationChart"/>
    <dgm:cxn modelId="{E06FC448-EE81-45B0-BF0E-46AC92F20076}" type="presParOf" srcId="{482B56EB-DBC3-4167-A00A-5516C5E56885}" destId="{90BAF48B-E39D-494A-87DC-BBDBEE314125}" srcOrd="1" destOrd="0" presId="urn:microsoft.com/office/officeart/2009/3/layout/HorizontalOrganizationChart"/>
    <dgm:cxn modelId="{E19B0BC9-CBC5-424C-BA60-A3544C0B330F}" type="presParOf" srcId="{90BAF48B-E39D-494A-87DC-BBDBEE314125}" destId="{B14F3568-828F-4F8B-A80D-F516FF72C5DC}" srcOrd="0" destOrd="0" presId="urn:microsoft.com/office/officeart/2009/3/layout/HorizontalOrganizationChart"/>
    <dgm:cxn modelId="{919CFCA1-36AB-43E7-AA39-96FC9C9357DE}" type="presParOf" srcId="{B14F3568-828F-4F8B-A80D-F516FF72C5DC}" destId="{0D9D0EFE-14D1-400F-B938-5503EE6E1D34}" srcOrd="0" destOrd="0" presId="urn:microsoft.com/office/officeart/2009/3/layout/HorizontalOrganizationChart"/>
    <dgm:cxn modelId="{94A4B5FC-31F0-4403-89AC-6794B9D95824}" type="presParOf" srcId="{B14F3568-828F-4F8B-A80D-F516FF72C5DC}" destId="{F7FCEB5D-289C-4896-8102-94342DCF04FC}" srcOrd="1" destOrd="0" presId="urn:microsoft.com/office/officeart/2009/3/layout/HorizontalOrganizationChart"/>
    <dgm:cxn modelId="{1B8754EB-2C8C-4634-B4DD-0CF6BA65960B}" type="presParOf" srcId="{90BAF48B-E39D-494A-87DC-BBDBEE314125}" destId="{56A5EB47-6494-4A53-9F6D-FC1085D4DE0F}" srcOrd="1" destOrd="0" presId="urn:microsoft.com/office/officeart/2009/3/layout/HorizontalOrganizationChart"/>
    <dgm:cxn modelId="{F5AD204F-9189-4816-8244-8670980722E4}" type="presParOf" srcId="{90BAF48B-E39D-494A-87DC-BBDBEE314125}" destId="{B657BD2C-F810-4B70-82C4-321070A344CB}" srcOrd="2" destOrd="0" presId="urn:microsoft.com/office/officeart/2009/3/layout/HorizontalOrganizationChart"/>
    <dgm:cxn modelId="{83B8029F-2BA1-4A74-8E44-E6619F5F120D}" type="presParOf" srcId="{482B56EB-DBC3-4167-A00A-5516C5E56885}" destId="{A20C6EB7-7995-4FC8-950F-43D89FC6600C}" srcOrd="2" destOrd="0" presId="urn:microsoft.com/office/officeart/2009/3/layout/HorizontalOrganizationChart"/>
    <dgm:cxn modelId="{AFC8FBF1-377A-474D-AD7F-FA66D7AA69EE}" type="presParOf" srcId="{482B56EB-DBC3-4167-A00A-5516C5E56885}" destId="{41C48D29-88E4-4E84-B37B-E37038F5DCCD}" srcOrd="3" destOrd="0" presId="urn:microsoft.com/office/officeart/2009/3/layout/HorizontalOrganizationChart"/>
    <dgm:cxn modelId="{1ABA8E1B-FA6A-4658-A7A7-523BAB7221FD}" type="presParOf" srcId="{41C48D29-88E4-4E84-B37B-E37038F5DCCD}" destId="{1515F3C9-7F40-499F-BD3B-2921A62E54B2}" srcOrd="0" destOrd="0" presId="urn:microsoft.com/office/officeart/2009/3/layout/HorizontalOrganizationChart"/>
    <dgm:cxn modelId="{B2613892-F634-4171-A552-0E7F1B69D390}" type="presParOf" srcId="{1515F3C9-7F40-499F-BD3B-2921A62E54B2}" destId="{6AD65B06-17DF-43EE-9556-EB11E2188EFF}" srcOrd="0" destOrd="0" presId="urn:microsoft.com/office/officeart/2009/3/layout/HorizontalOrganizationChart"/>
    <dgm:cxn modelId="{FCD3CFDF-4FBB-47B8-AAF4-123C02557D83}" type="presParOf" srcId="{1515F3C9-7F40-499F-BD3B-2921A62E54B2}" destId="{0B6075CA-FEA4-41C3-9C6F-785FB6E8B6BF}" srcOrd="1" destOrd="0" presId="urn:microsoft.com/office/officeart/2009/3/layout/HorizontalOrganizationChart"/>
    <dgm:cxn modelId="{FF9C8089-B55A-4080-97BC-A3042D4A3652}" type="presParOf" srcId="{41C48D29-88E4-4E84-B37B-E37038F5DCCD}" destId="{262C2BFA-12FB-452A-8E5A-53E397C7AAD3}" srcOrd="1" destOrd="0" presId="urn:microsoft.com/office/officeart/2009/3/layout/HorizontalOrganizationChart"/>
    <dgm:cxn modelId="{1C2947F6-AFD1-43FC-9977-9A1A3B7A240B}" type="presParOf" srcId="{41C48D29-88E4-4E84-B37B-E37038F5DCCD}" destId="{1E932171-40C3-439B-A981-764BAAB1D185}" srcOrd="2" destOrd="0" presId="urn:microsoft.com/office/officeart/2009/3/layout/HorizontalOrganizationChart"/>
    <dgm:cxn modelId="{1C0E793E-DF4D-41A9-9AF9-CC96C1F98832}" type="presParOf" srcId="{482B56EB-DBC3-4167-A00A-5516C5E56885}" destId="{8BD1F9A4-C79E-4A6D-880A-2A56403B58B3}" srcOrd="4" destOrd="0" presId="urn:microsoft.com/office/officeart/2009/3/layout/HorizontalOrganizationChart"/>
    <dgm:cxn modelId="{933BB5A5-3AC0-4E7B-B7A9-6BE8241C3A0E}" type="presParOf" srcId="{482B56EB-DBC3-4167-A00A-5516C5E56885}" destId="{D2C08D88-006D-4AFB-B161-7D299688E134}" srcOrd="5" destOrd="0" presId="urn:microsoft.com/office/officeart/2009/3/layout/HorizontalOrganizationChart"/>
    <dgm:cxn modelId="{A8F14A4B-9C00-4B3E-ADEB-9F9CF5146B45}" type="presParOf" srcId="{D2C08D88-006D-4AFB-B161-7D299688E134}" destId="{7F465C9A-8386-4EE3-A641-BB9C3F12BE22}" srcOrd="0" destOrd="0" presId="urn:microsoft.com/office/officeart/2009/3/layout/HorizontalOrganizationChart"/>
    <dgm:cxn modelId="{5E4519C9-1EE1-4D74-AE49-D68DCEC559F8}" type="presParOf" srcId="{7F465C9A-8386-4EE3-A641-BB9C3F12BE22}" destId="{006ED5C7-6A55-4A83-84AD-7249AA2785DD}" srcOrd="0" destOrd="0" presId="urn:microsoft.com/office/officeart/2009/3/layout/HorizontalOrganizationChart"/>
    <dgm:cxn modelId="{2F839D2F-05F8-413E-8034-61401B4E0F28}" type="presParOf" srcId="{7F465C9A-8386-4EE3-A641-BB9C3F12BE22}" destId="{CB35EF27-2E94-4927-ABEE-D2B6D0796DCB}" srcOrd="1" destOrd="0" presId="urn:microsoft.com/office/officeart/2009/3/layout/HorizontalOrganizationChart"/>
    <dgm:cxn modelId="{4D732AE0-D228-4077-A099-D3B0273B8792}" type="presParOf" srcId="{D2C08D88-006D-4AFB-B161-7D299688E134}" destId="{BAF2EF78-8EFC-4D73-88E0-35B8AC4C56B4}" srcOrd="1" destOrd="0" presId="urn:microsoft.com/office/officeart/2009/3/layout/HorizontalOrganizationChart"/>
    <dgm:cxn modelId="{4E8B03B3-F6EE-4787-977A-5C788DF82AFF}" type="presParOf" srcId="{D2C08D88-006D-4AFB-B161-7D299688E134}" destId="{A3A746B2-7FCC-4F00-94DA-6385691C8ABE}" srcOrd="2" destOrd="0" presId="urn:microsoft.com/office/officeart/2009/3/layout/HorizontalOrganizationChart"/>
    <dgm:cxn modelId="{AAF412CB-8C68-4505-A224-FA56869247FD}" type="presParOf" srcId="{6203AE0F-651D-4E3B-BAA7-FAC26DEB9890}" destId="{AB33675F-C7FE-4329-ADAD-AD5F0725BEC9}" srcOrd="2" destOrd="0" presId="urn:microsoft.com/office/officeart/2009/3/layout/HorizontalOrganizationChart"/>
    <dgm:cxn modelId="{ADC1EE66-5564-433D-A29C-7E3DF474F1F5}" type="presParOf" srcId="{0050E19B-A7E6-4407-B6F6-A88D85F91EC6}" destId="{D3D68CF2-48C1-43C5-A404-E2E2579AE449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1F9A4-C79E-4A6D-880A-2A56403B58B3}">
      <dsp:nvSpPr>
        <dsp:cNvPr id="0" name=""/>
        <dsp:cNvSpPr/>
      </dsp:nvSpPr>
      <dsp:spPr>
        <a:xfrm>
          <a:off x="5652326" y="4083015"/>
          <a:ext cx="354343" cy="7618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7171" y="0"/>
              </a:lnTo>
              <a:lnTo>
                <a:pt x="177171" y="761837"/>
              </a:lnTo>
              <a:lnTo>
                <a:pt x="354343" y="76183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0C6EB7-7995-4FC8-950F-43D89FC6600C}">
      <dsp:nvSpPr>
        <dsp:cNvPr id="0" name=""/>
        <dsp:cNvSpPr/>
      </dsp:nvSpPr>
      <dsp:spPr>
        <a:xfrm>
          <a:off x="5652326" y="4037295"/>
          <a:ext cx="3543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54343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EEBC50-CAFC-4A2A-AA09-8DA13CB0C65C}">
      <dsp:nvSpPr>
        <dsp:cNvPr id="0" name=""/>
        <dsp:cNvSpPr/>
      </dsp:nvSpPr>
      <dsp:spPr>
        <a:xfrm>
          <a:off x="5652326" y="3321177"/>
          <a:ext cx="354343" cy="761837"/>
        </a:xfrm>
        <a:custGeom>
          <a:avLst/>
          <a:gdLst/>
          <a:ahLst/>
          <a:cxnLst/>
          <a:rect l="0" t="0" r="0" b="0"/>
          <a:pathLst>
            <a:path>
              <a:moveTo>
                <a:pt x="0" y="761837"/>
              </a:moveTo>
              <a:lnTo>
                <a:pt x="177171" y="761837"/>
              </a:lnTo>
              <a:lnTo>
                <a:pt x="177171" y="0"/>
              </a:lnTo>
              <a:lnTo>
                <a:pt x="35434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3B0BE9-227B-49A3-A7C9-B1D164750E74}">
      <dsp:nvSpPr>
        <dsp:cNvPr id="0" name=""/>
        <dsp:cNvSpPr/>
      </dsp:nvSpPr>
      <dsp:spPr>
        <a:xfrm>
          <a:off x="3526267" y="2749798"/>
          <a:ext cx="354343" cy="13332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7171" y="0"/>
              </a:lnTo>
              <a:lnTo>
                <a:pt x="177171" y="1333216"/>
              </a:lnTo>
              <a:lnTo>
                <a:pt x="354343" y="133321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7DE42B-AC7F-48E1-816B-472A6A55DDB5}">
      <dsp:nvSpPr>
        <dsp:cNvPr id="0" name=""/>
        <dsp:cNvSpPr/>
      </dsp:nvSpPr>
      <dsp:spPr>
        <a:xfrm>
          <a:off x="5652326" y="1416582"/>
          <a:ext cx="354343" cy="11427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7171" y="0"/>
              </a:lnTo>
              <a:lnTo>
                <a:pt x="177171" y="1142756"/>
              </a:lnTo>
              <a:lnTo>
                <a:pt x="354343" y="11427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49C524-CE2C-4B23-AAA3-375E1CC44647}">
      <dsp:nvSpPr>
        <dsp:cNvPr id="0" name=""/>
        <dsp:cNvSpPr/>
      </dsp:nvSpPr>
      <dsp:spPr>
        <a:xfrm>
          <a:off x="5652326" y="1416582"/>
          <a:ext cx="354343" cy="3809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77171" y="0"/>
              </a:lnTo>
              <a:lnTo>
                <a:pt x="177171" y="380918"/>
              </a:lnTo>
              <a:lnTo>
                <a:pt x="354343" y="38091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232021-BE8C-427D-A502-7A8C2646A5D4}">
      <dsp:nvSpPr>
        <dsp:cNvPr id="0" name=""/>
        <dsp:cNvSpPr/>
      </dsp:nvSpPr>
      <dsp:spPr>
        <a:xfrm>
          <a:off x="5652326" y="1035663"/>
          <a:ext cx="354343" cy="380918"/>
        </a:xfrm>
        <a:custGeom>
          <a:avLst/>
          <a:gdLst/>
          <a:ahLst/>
          <a:cxnLst/>
          <a:rect l="0" t="0" r="0" b="0"/>
          <a:pathLst>
            <a:path>
              <a:moveTo>
                <a:pt x="0" y="380918"/>
              </a:moveTo>
              <a:lnTo>
                <a:pt x="177171" y="380918"/>
              </a:lnTo>
              <a:lnTo>
                <a:pt x="177171" y="0"/>
              </a:lnTo>
              <a:lnTo>
                <a:pt x="35434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F5A03B-D440-4E57-83CB-2D706889AA24}">
      <dsp:nvSpPr>
        <dsp:cNvPr id="0" name=""/>
        <dsp:cNvSpPr/>
      </dsp:nvSpPr>
      <dsp:spPr>
        <a:xfrm>
          <a:off x="5652326" y="273826"/>
          <a:ext cx="354343" cy="1142756"/>
        </a:xfrm>
        <a:custGeom>
          <a:avLst/>
          <a:gdLst/>
          <a:ahLst/>
          <a:cxnLst/>
          <a:rect l="0" t="0" r="0" b="0"/>
          <a:pathLst>
            <a:path>
              <a:moveTo>
                <a:pt x="0" y="1142756"/>
              </a:moveTo>
              <a:lnTo>
                <a:pt x="177171" y="1142756"/>
              </a:lnTo>
              <a:lnTo>
                <a:pt x="177171" y="0"/>
              </a:lnTo>
              <a:lnTo>
                <a:pt x="354343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93B34E-1CC0-46A2-9340-06B2822790E0}">
      <dsp:nvSpPr>
        <dsp:cNvPr id="0" name=""/>
        <dsp:cNvSpPr/>
      </dsp:nvSpPr>
      <dsp:spPr>
        <a:xfrm>
          <a:off x="3526267" y="1416582"/>
          <a:ext cx="354343" cy="1333216"/>
        </a:xfrm>
        <a:custGeom>
          <a:avLst/>
          <a:gdLst/>
          <a:ahLst/>
          <a:cxnLst/>
          <a:rect l="0" t="0" r="0" b="0"/>
          <a:pathLst>
            <a:path>
              <a:moveTo>
                <a:pt x="0" y="1333216"/>
              </a:moveTo>
              <a:lnTo>
                <a:pt x="177171" y="1333216"/>
              </a:lnTo>
              <a:lnTo>
                <a:pt x="177171" y="0"/>
              </a:lnTo>
              <a:lnTo>
                <a:pt x="354343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53CB6D-1708-4A27-9A5E-6C1FCFB75E62}">
      <dsp:nvSpPr>
        <dsp:cNvPr id="0" name=""/>
        <dsp:cNvSpPr/>
      </dsp:nvSpPr>
      <dsp:spPr>
        <a:xfrm>
          <a:off x="1754551" y="2479612"/>
          <a:ext cx="1771715" cy="5403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Quản lí</a:t>
          </a:r>
        </a:p>
      </dsp:txBody>
      <dsp:txXfrm>
        <a:off x="1754551" y="2479612"/>
        <a:ext cx="1771715" cy="540373"/>
      </dsp:txXfrm>
    </dsp:sp>
    <dsp:sp modelId="{A009E5F6-AF2B-4F78-8D3C-54A635EBF52C}">
      <dsp:nvSpPr>
        <dsp:cNvPr id="0" name=""/>
        <dsp:cNvSpPr/>
      </dsp:nvSpPr>
      <dsp:spPr>
        <a:xfrm>
          <a:off x="3880610" y="1146396"/>
          <a:ext cx="1771715" cy="5403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Quản lí nhân Viên</a:t>
          </a:r>
        </a:p>
      </dsp:txBody>
      <dsp:txXfrm>
        <a:off x="3880610" y="1146396"/>
        <a:ext cx="1771715" cy="540373"/>
      </dsp:txXfrm>
    </dsp:sp>
    <dsp:sp modelId="{EB064BE4-E5A0-469B-B16F-B5A289D783C4}">
      <dsp:nvSpPr>
        <dsp:cNvPr id="0" name=""/>
        <dsp:cNvSpPr/>
      </dsp:nvSpPr>
      <dsp:spPr>
        <a:xfrm>
          <a:off x="6006669" y="3639"/>
          <a:ext cx="1771715" cy="5403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Tạo tài khoản cho nhân viên</a:t>
          </a:r>
        </a:p>
      </dsp:txBody>
      <dsp:txXfrm>
        <a:off x="6006669" y="3639"/>
        <a:ext cx="1771715" cy="540373"/>
      </dsp:txXfrm>
    </dsp:sp>
    <dsp:sp modelId="{285FFD5D-E239-4C5B-A8F0-E05A8EA78BB8}">
      <dsp:nvSpPr>
        <dsp:cNvPr id="0" name=""/>
        <dsp:cNvSpPr/>
      </dsp:nvSpPr>
      <dsp:spPr>
        <a:xfrm>
          <a:off x="6006669" y="765477"/>
          <a:ext cx="1771715" cy="5403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Thêm nhân viên</a:t>
          </a:r>
        </a:p>
      </dsp:txBody>
      <dsp:txXfrm>
        <a:off x="6006669" y="765477"/>
        <a:ext cx="1771715" cy="540373"/>
      </dsp:txXfrm>
    </dsp:sp>
    <dsp:sp modelId="{6D91E355-AB33-4483-A101-498F55E282B4}">
      <dsp:nvSpPr>
        <dsp:cNvPr id="0" name=""/>
        <dsp:cNvSpPr/>
      </dsp:nvSpPr>
      <dsp:spPr>
        <a:xfrm>
          <a:off x="6006669" y="1527314"/>
          <a:ext cx="1771715" cy="5403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Xóa nhân viên</a:t>
          </a:r>
        </a:p>
      </dsp:txBody>
      <dsp:txXfrm>
        <a:off x="6006669" y="1527314"/>
        <a:ext cx="1771715" cy="540373"/>
      </dsp:txXfrm>
    </dsp:sp>
    <dsp:sp modelId="{230B3C8A-6CEA-45D3-BF76-56E955AE5498}">
      <dsp:nvSpPr>
        <dsp:cNvPr id="0" name=""/>
        <dsp:cNvSpPr/>
      </dsp:nvSpPr>
      <dsp:spPr>
        <a:xfrm>
          <a:off x="6006669" y="2289152"/>
          <a:ext cx="1771715" cy="5403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Sắp xếp lịch làm việc</a:t>
          </a:r>
        </a:p>
      </dsp:txBody>
      <dsp:txXfrm>
        <a:off x="6006669" y="2289152"/>
        <a:ext cx="1771715" cy="540373"/>
      </dsp:txXfrm>
    </dsp:sp>
    <dsp:sp modelId="{1D49411E-6A85-430B-BC95-BD57FFFC0BEE}">
      <dsp:nvSpPr>
        <dsp:cNvPr id="0" name=""/>
        <dsp:cNvSpPr/>
      </dsp:nvSpPr>
      <dsp:spPr>
        <a:xfrm>
          <a:off x="3880610" y="3812828"/>
          <a:ext cx="1771715" cy="5403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Quản lí sản phẩm</a:t>
          </a:r>
        </a:p>
      </dsp:txBody>
      <dsp:txXfrm>
        <a:off x="3880610" y="3812828"/>
        <a:ext cx="1771715" cy="540373"/>
      </dsp:txXfrm>
    </dsp:sp>
    <dsp:sp modelId="{0D9D0EFE-14D1-400F-B938-5503EE6E1D34}">
      <dsp:nvSpPr>
        <dsp:cNvPr id="0" name=""/>
        <dsp:cNvSpPr/>
      </dsp:nvSpPr>
      <dsp:spPr>
        <a:xfrm>
          <a:off x="6006669" y="3050990"/>
          <a:ext cx="1771715" cy="5403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Thêm sản phẩm</a:t>
          </a:r>
        </a:p>
      </dsp:txBody>
      <dsp:txXfrm>
        <a:off x="6006669" y="3050990"/>
        <a:ext cx="1771715" cy="540373"/>
      </dsp:txXfrm>
    </dsp:sp>
    <dsp:sp modelId="{6AD65B06-17DF-43EE-9556-EB11E2188EFF}">
      <dsp:nvSpPr>
        <dsp:cNvPr id="0" name=""/>
        <dsp:cNvSpPr/>
      </dsp:nvSpPr>
      <dsp:spPr>
        <a:xfrm>
          <a:off x="6006669" y="3812828"/>
          <a:ext cx="1771715" cy="5403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Xóa sản phẩm</a:t>
          </a:r>
        </a:p>
      </dsp:txBody>
      <dsp:txXfrm>
        <a:off x="6006669" y="3812828"/>
        <a:ext cx="1771715" cy="540373"/>
      </dsp:txXfrm>
    </dsp:sp>
    <dsp:sp modelId="{006ED5C7-6A55-4A83-84AD-7249AA2785DD}">
      <dsp:nvSpPr>
        <dsp:cNvPr id="0" name=""/>
        <dsp:cNvSpPr/>
      </dsp:nvSpPr>
      <dsp:spPr>
        <a:xfrm>
          <a:off x="6006669" y="4574666"/>
          <a:ext cx="1771715" cy="5403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Cập nhật sản phẩm</a:t>
          </a:r>
        </a:p>
      </dsp:txBody>
      <dsp:txXfrm>
        <a:off x="6006669" y="4574666"/>
        <a:ext cx="1771715" cy="5403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1471C2C-1567-47F4-803E-468024209D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F5B09-2954-46C6-97BB-9E10649FE2C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7F2C1D-F243-42AB-ADF2-E7CB4E04900E}" type="datetimeFigureOut">
              <a:rPr lang="en-US" smtClean="0"/>
              <a:t>6/20/22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A204B-EBA9-4C6D-BFB2-A104F00C8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F72FC-4D2D-4E5B-A4DD-62E2C822FB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CDBB5-5B4A-4483-935D-A73935186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377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CE34E-5667-4A32-A6BA-10C7A552BC63}" type="datetimeFigureOut">
              <a:rPr lang="en-US" smtClean="0"/>
              <a:t>6/20/22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CE34D-CFF1-4FFE-815B-D050E7ED2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62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83A999-5E0E-42CA-8400-604AE921FF7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589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550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61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83A999-5E0E-42CA-8400-604AE921FF7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1800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82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anchor="b" anchorCtr="0">
            <a:noAutofit/>
          </a:bodyPr>
          <a:lstStyle/>
          <a:p>
            <a:r>
              <a:rPr lang="en-US" sz="4800"/>
              <a:t>3DFloat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0948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anchor="t" anchorCtr="0">
            <a:noAutofit/>
          </a:bodyPr>
          <a:lstStyle>
            <a:lvl1pPr>
              <a:buNone/>
              <a:defRPr/>
            </a:lvl1pPr>
          </a:lstStyle>
          <a:p>
            <a:pPr>
              <a:lnSpc>
                <a:spcPct val="120000"/>
              </a:lnSpc>
            </a:pPr>
            <a:r>
              <a:rPr lang="en-US" sz="1600"/>
              <a:t>Click to add text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4120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026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anchor="b" anchorCtr="0">
            <a:no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>
            <a:noAutofit/>
          </a:bodyPr>
          <a:lstStyle>
            <a:lvl1pPr>
              <a:buNone/>
              <a:defRPr sz="2400"/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23429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93045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Chart Tabl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anchor="b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087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Title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>
            <a:noAutofit/>
          </a:bodyPr>
          <a:lstStyle/>
          <a:p>
            <a:r>
              <a:rPr lang="en-US"/>
              <a:t>Team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7" name="Picture Placeholder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8" name="Picture Placeholder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Text Placeholder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9" name="Text Placeholder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7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8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9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8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/>
              <a:t>Click to EDIT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77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>
            <a:noAutofit/>
          </a:bodyPr>
          <a:lstStyle>
            <a:lvl1pPr>
              <a:buNone/>
              <a:defRPr sz="2400"/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1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62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33" r:id="rId3"/>
    <p:sldLayoutId id="2147483687" r:id="rId4"/>
    <p:sldLayoutId id="2147483734" r:id="rId5"/>
    <p:sldLayoutId id="2147483686" r:id="rId6"/>
    <p:sldLayoutId id="2147483696" r:id="rId7"/>
    <p:sldLayoutId id="2147483707" r:id="rId8"/>
    <p:sldLayoutId id="2147483689" r:id="rId9"/>
    <p:sldLayoutId id="2147483697" r:id="rId10"/>
    <p:sldLayoutId id="2147483731" r:id="rId11"/>
    <p:sldLayoutId id="2147483693" r:id="rId12"/>
    <p:sldLayoutId id="2147483685" r:id="rId13"/>
    <p:sldLayoutId id="2147483688" r:id="rId14"/>
    <p:sldLayoutId id="2147483691" r:id="rId15"/>
    <p:sldLayoutId id="2147483692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18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33" name="Rectangle 24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6E938C-9D94-4B05-979A-D39FFC45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549275"/>
            <a:ext cx="3565524" cy="1997855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Nhập môn công nghệ phần mềm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1C45B6-5DE1-9C42-A6E5-F9C43FE570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3888" y="4418946"/>
            <a:ext cx="4547209" cy="3414425"/>
          </a:xfrm>
        </p:spPr>
        <p:txBody>
          <a:bodyPr vert="horz" wrap="square" lIns="0" tIns="0" rIns="0" bIns="0" rtlCol="0" anchor="t">
            <a:normAutofit/>
          </a:bodyPr>
          <a:lstStyle/>
          <a:p>
            <a:pPr marL="0">
              <a:buFont typeface="Arial" panose="020B0604020202020204" pitchFamily="34" charset="0"/>
              <a:buChar char="•"/>
            </a:pPr>
            <a:r>
              <a:rPr lang="en-US" sz="2400" b="1" err="1"/>
              <a:t>Đề</a:t>
            </a:r>
            <a:r>
              <a:rPr lang="en-US" sz="2400" b="1"/>
              <a:t> </a:t>
            </a:r>
            <a:r>
              <a:rPr lang="en-US" sz="2400" b="1" err="1"/>
              <a:t>tài</a:t>
            </a:r>
            <a:r>
              <a:rPr lang="en-US" sz="2400" b="1"/>
              <a:t>: </a:t>
            </a:r>
            <a:r>
              <a:rPr lang="en-US" sz="2400" b="1" err="1"/>
              <a:t>quản</a:t>
            </a:r>
            <a:r>
              <a:rPr lang="en-US" sz="2400" b="1"/>
              <a:t> </a:t>
            </a:r>
            <a:r>
              <a:rPr lang="en-US" sz="2400" b="1" err="1"/>
              <a:t>lý</a:t>
            </a:r>
            <a:r>
              <a:rPr lang="en-US" sz="2400" b="1"/>
              <a:t> </a:t>
            </a:r>
            <a:r>
              <a:rPr lang="en-US" sz="2400" b="1" err="1"/>
              <a:t>cửa</a:t>
            </a:r>
            <a:r>
              <a:rPr lang="en-US" sz="2400" b="1"/>
              <a:t> </a:t>
            </a:r>
            <a:r>
              <a:rPr lang="en-US" sz="2400" b="1" err="1"/>
              <a:t>hàng</a:t>
            </a:r>
            <a:endParaRPr lang="en-US" sz="2400" b="1"/>
          </a:p>
        </p:txBody>
      </p:sp>
      <p:pic>
        <p:nvPicPr>
          <p:cNvPr id="14" name="Picture Placeholder 13" descr="Data Points Digital background">
            <a:extLst>
              <a:ext uri="{FF2B5EF4-FFF2-40B4-BE49-F238E27FC236}">
                <a16:creationId xmlns:a16="http://schemas.microsoft.com/office/drawing/2014/main" id="{9A8AD548-922D-4E1D-B19C-5F6E808B81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4" r="5028" b="2"/>
          <a:stretch/>
        </p:blipFill>
        <p:spPr>
          <a:xfrm>
            <a:off x="5588000" y="862806"/>
            <a:ext cx="5132388" cy="5132388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</p:spPr>
      </p:pic>
      <p:grpSp>
        <p:nvGrpSpPr>
          <p:cNvPr id="34" name="Group 26">
            <a:extLst>
              <a:ext uri="{FF2B5EF4-FFF2-40B4-BE49-F238E27FC236}">
                <a16:creationId xmlns:a16="http://schemas.microsoft.com/office/drawing/2014/main" id="{183B29DA-9BB8-4BA8-B8E1-8C2B54407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D02496F8-166D-469A-8040-08608013B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23E648A7-A02A-4DC7-9FEC-489F1BA6F7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4EF573B1-38BC-4C7B-894C-BE3864A04A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647A77D8-817B-4A9F-86AA-FE781E813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A man smiling in the office">
            <a:extLst>
              <a:ext uri="{FF2B5EF4-FFF2-40B4-BE49-F238E27FC236}">
                <a16:creationId xmlns:a16="http://schemas.microsoft.com/office/drawing/2014/main" id="{05ED5B1E-974F-476C-A3C9-572D3602E95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6896" y="1990002"/>
            <a:ext cx="1691640" cy="1435608"/>
          </a:xfrm>
        </p:spPr>
      </p:pic>
      <p:pic>
        <p:nvPicPr>
          <p:cNvPr id="40" name="Picture Placeholder 39" descr="Smiling man with a beard">
            <a:extLst>
              <a:ext uri="{FF2B5EF4-FFF2-40B4-BE49-F238E27FC236}">
                <a16:creationId xmlns:a16="http://schemas.microsoft.com/office/drawing/2014/main" id="{76B2FC80-9F3B-46D8-94D9-882D90A858F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8801" y="2054075"/>
            <a:ext cx="1691640" cy="1435608"/>
          </a:xfrm>
        </p:spPr>
      </p:pic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91181F6D-A54F-4289-8C36-80ECE3B2C8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81819" y="3780703"/>
            <a:ext cx="2185747" cy="36576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Hồ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Hoàng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Khang</a:t>
            </a:r>
            <a:endParaRPr lang="en-US" b="0">
              <a:solidFill>
                <a:schemeClr val="tx1"/>
              </a:solidFill>
              <a:ea typeface="+mn-lt"/>
              <a:cs typeface="+mn-lt"/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84D39D81-9726-4BD7-BDC0-FA0B2AD0D21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56637" y="4241298"/>
            <a:ext cx="2010929" cy="647246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MSSV: 46.01.104.077</a:t>
            </a:r>
            <a:endParaRPr lang="en-US">
              <a:ea typeface="+mn-lt"/>
              <a:cs typeface="+mn-lt"/>
            </a:endParaRPr>
          </a:p>
          <a:p>
            <a:endParaRPr lang="en-US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F4640D91-CB97-4FCC-8FEF-F4B22B844DC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088663" y="3798845"/>
            <a:ext cx="2629452" cy="36576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Nguyễn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Phước</a:t>
            </a: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en-US" err="1">
                <a:solidFill>
                  <a:schemeClr val="tx1"/>
                </a:solidFill>
                <a:ea typeface="+mn-lt"/>
                <a:cs typeface="+mn-lt"/>
              </a:rPr>
              <a:t>Thịnh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6A53C-7538-4FF9-BC09-EFC116FE705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87896" y="4250369"/>
            <a:ext cx="2082545" cy="638175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chemeClr val="tx1"/>
                </a:solidFill>
              </a:rPr>
              <a:t>MSSV: 46.01.104.176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F9A883-CC44-4401-AE67-8FCEACB7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A1B0FB-D917-4C8C-928F-313BD683BF3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  <a:alpha val="80000"/>
                  </a:prst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  <a:alpha val="80000"/>
                </a:prst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5727764"/>
      </p:ext>
    </p:extLst>
  </p:cSld>
  <p:clrMapOvr>
    <a:masterClrMapping/>
  </p:clrMapOvr>
  <p:transition spd="slow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46426E-F6F6-4A7C-9181-8C3090996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/>
              <a:t>Nội dung thuyết trình</a:t>
            </a:r>
          </a:p>
        </p:txBody>
      </p:sp>
      <p:pic>
        <p:nvPicPr>
          <p:cNvPr id="12" name="Picture Placeholder 11" descr="Data Background">
            <a:extLst>
              <a:ext uri="{FF2B5EF4-FFF2-40B4-BE49-F238E27FC236}">
                <a16:creationId xmlns:a16="http://schemas.microsoft.com/office/drawing/2014/main" id="{A63F39B9-0715-40B5-8ECB-9B983F99C69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16973" y="549275"/>
            <a:ext cx="3233304" cy="3233304"/>
          </a:xfrm>
          <a:custGeom>
            <a:avLst/>
            <a:gdLst/>
            <a:ahLst/>
            <a:cxnLst/>
            <a:rect l="l" t="t" r="r" b="b"/>
            <a:pathLst>
              <a:path w="4064400" h="3782578">
                <a:moveTo>
                  <a:pt x="0" y="0"/>
                </a:moveTo>
                <a:lnTo>
                  <a:pt x="4064400" y="0"/>
                </a:lnTo>
                <a:lnTo>
                  <a:pt x="4064400" y="3782578"/>
                </a:lnTo>
                <a:lnTo>
                  <a:pt x="0" y="3782578"/>
                </a:lnTo>
                <a:close/>
              </a:path>
            </a:pathLst>
          </a:custGeom>
        </p:spPr>
      </p:pic>
      <p:pic>
        <p:nvPicPr>
          <p:cNvPr id="8" name="Picture Placeholder 7" descr="Digital Data">
            <a:extLst>
              <a:ext uri="{FF2B5EF4-FFF2-40B4-BE49-F238E27FC236}">
                <a16:creationId xmlns:a16="http://schemas.microsoft.com/office/drawing/2014/main" id="{06D2324F-3B7B-45EF-9584-C8EADD2C8C0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461886" y="549275"/>
            <a:ext cx="3233304" cy="3233304"/>
          </a:xfrm>
          <a:custGeom>
            <a:avLst/>
            <a:gdLst/>
            <a:ahLst/>
            <a:cxnLst/>
            <a:rect l="l" t="t" r="r" b="b"/>
            <a:pathLst>
              <a:path w="4064400" h="3782578">
                <a:moveTo>
                  <a:pt x="0" y="0"/>
                </a:moveTo>
                <a:lnTo>
                  <a:pt x="4064400" y="0"/>
                </a:lnTo>
                <a:lnTo>
                  <a:pt x="4064400" y="3782578"/>
                </a:lnTo>
                <a:lnTo>
                  <a:pt x="0" y="3782578"/>
                </a:lnTo>
                <a:close/>
              </a:path>
            </a:pathLst>
          </a:custGeom>
        </p:spPr>
      </p:pic>
      <p:pic>
        <p:nvPicPr>
          <p:cNvPr id="10" name="Picture Placeholder 9" descr="Data Points ">
            <a:extLst>
              <a:ext uri="{FF2B5EF4-FFF2-40B4-BE49-F238E27FC236}">
                <a16:creationId xmlns:a16="http://schemas.microsoft.com/office/drawing/2014/main" id="{71F862F9-0E8A-4DB9-8083-1C3AA6E5D7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8246069" y="549275"/>
            <a:ext cx="3224612" cy="3233304"/>
          </a:xfrm>
          <a:custGeom>
            <a:avLst/>
            <a:gdLst/>
            <a:ahLst/>
            <a:cxnLst/>
            <a:rect l="l" t="t" r="r" b="b"/>
            <a:pathLst>
              <a:path w="4064400" h="3782578">
                <a:moveTo>
                  <a:pt x="0" y="0"/>
                </a:moveTo>
                <a:lnTo>
                  <a:pt x="4064400" y="0"/>
                </a:lnTo>
                <a:lnTo>
                  <a:pt x="4064400" y="3782578"/>
                </a:lnTo>
                <a:lnTo>
                  <a:pt x="0" y="3782578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60D6F-4D0F-4D33-B2A7-159C8583F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7325" y="4508500"/>
            <a:ext cx="6373813" cy="1562959"/>
          </a:xfrm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1: </a:t>
            </a:r>
            <a:r>
              <a:rPr lang="en-US" sz="1600" b="1" err="1"/>
              <a:t>Khảo</a:t>
            </a:r>
            <a:r>
              <a:rPr lang="en-US" sz="1600" b="1"/>
              <a:t> </a:t>
            </a:r>
            <a:r>
              <a:rPr lang="en-US" sz="1600" b="1" err="1"/>
              <a:t>sát</a:t>
            </a:r>
            <a:r>
              <a:rPr lang="en-US" sz="1600" b="1"/>
              <a:t> </a:t>
            </a:r>
            <a:r>
              <a:rPr lang="en-US" sz="1600" b="1" err="1"/>
              <a:t>bài</a:t>
            </a:r>
            <a:r>
              <a:rPr lang="en-US" sz="1600" b="1"/>
              <a:t> </a:t>
            </a:r>
            <a:r>
              <a:rPr lang="en-US" sz="1600" b="1" err="1"/>
              <a:t>toán</a:t>
            </a:r>
            <a:endParaRPr lang="en-US" sz="1600" b="1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2: </a:t>
            </a:r>
            <a:r>
              <a:rPr lang="en-US" sz="1600" b="1" err="1"/>
              <a:t>Đặc</a:t>
            </a:r>
            <a:r>
              <a:rPr lang="en-US" sz="1600" b="1"/>
              <a:t> </a:t>
            </a:r>
            <a:r>
              <a:rPr lang="en-US" sz="1600" b="1" err="1"/>
              <a:t>tả</a:t>
            </a:r>
            <a:r>
              <a:rPr lang="en-US" sz="1600" b="1"/>
              <a:t> </a:t>
            </a:r>
            <a:r>
              <a:rPr lang="en-US" sz="1600" b="1" err="1"/>
              <a:t>yêu</a:t>
            </a:r>
            <a:r>
              <a:rPr lang="en-US" sz="1600" b="1"/>
              <a:t> </a:t>
            </a:r>
            <a:r>
              <a:rPr lang="en-US" sz="1600" b="1" err="1"/>
              <a:t>cầu</a:t>
            </a:r>
            <a:r>
              <a:rPr lang="en-US" sz="1600" b="1"/>
              <a:t> </a:t>
            </a:r>
            <a:r>
              <a:rPr lang="en-US" sz="1600" b="1" err="1"/>
              <a:t>bài</a:t>
            </a:r>
            <a:r>
              <a:rPr lang="en-US" sz="1600" b="1"/>
              <a:t> </a:t>
            </a:r>
            <a:r>
              <a:rPr lang="en-US" sz="1600" b="1" err="1"/>
              <a:t>toán</a:t>
            </a:r>
            <a:endParaRPr lang="en-US" sz="1600" b="1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3: </a:t>
            </a:r>
            <a:r>
              <a:rPr lang="en-US" sz="1600" b="1" err="1"/>
              <a:t>Phân</a:t>
            </a:r>
            <a:r>
              <a:rPr lang="en-US" sz="1600" b="1"/>
              <a:t> </a:t>
            </a:r>
            <a:r>
              <a:rPr lang="en-US" sz="1600" b="1" err="1"/>
              <a:t>tích</a:t>
            </a:r>
            <a:r>
              <a:rPr lang="en-US" sz="1600" b="1"/>
              <a:t> </a:t>
            </a:r>
            <a:r>
              <a:rPr lang="en-US" sz="1600" b="1" err="1"/>
              <a:t>yêu</a:t>
            </a:r>
            <a:r>
              <a:rPr lang="en-US" sz="1600" b="1"/>
              <a:t> </a:t>
            </a:r>
            <a:r>
              <a:rPr lang="en-US" sz="1600" b="1" err="1"/>
              <a:t>cầu</a:t>
            </a:r>
            <a:r>
              <a:rPr lang="en-US" sz="1600" b="1"/>
              <a:t> 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4: </a:t>
            </a:r>
            <a:r>
              <a:rPr lang="en-US" sz="1600" b="1" err="1"/>
              <a:t>thiết</a:t>
            </a:r>
            <a:r>
              <a:rPr lang="en-US" sz="1600" b="1"/>
              <a:t> </a:t>
            </a:r>
            <a:r>
              <a:rPr lang="en-US" sz="1600" b="1" err="1"/>
              <a:t>kế</a:t>
            </a:r>
            <a:r>
              <a:rPr lang="en-US" sz="1600" b="1"/>
              <a:t> </a:t>
            </a:r>
            <a:r>
              <a:rPr lang="en-US" sz="1600" b="1" err="1"/>
              <a:t>giao</a:t>
            </a:r>
            <a:r>
              <a:rPr lang="en-US" sz="1600" b="1"/>
              <a:t> </a:t>
            </a:r>
            <a:r>
              <a:rPr lang="en-US" sz="1600" b="1" err="1"/>
              <a:t>diện</a:t>
            </a:r>
            <a:endParaRPr lang="en-US" sz="1600" b="1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b="1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b="1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b="1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600" b="1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199C97-F175-437D-8311-DB662925C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vert="horz"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BA1B0FB-D917-4C8C-928F-313BD683BF39}" type="slidenum">
              <a:rPr lang="en-US" smtClean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23486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0F1DF5B-353A-4270-8C10-6A150944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549275"/>
            <a:ext cx="3565524" cy="1997855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1: Khảo sát bài toán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4BDCF583-1D5D-4235-97C2-39272B80A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2678400"/>
            <a:ext cx="3565525" cy="3414425"/>
          </a:xfrm>
        </p:spPr>
        <p:txBody>
          <a:bodyPr vert="horz" wrap="square" lIns="0" tIns="0" rIns="0" bIns="0" rtlCol="0" anchor="t">
            <a:normAutofit/>
          </a:bodyPr>
          <a:lstStyle/>
          <a:p>
            <a:pPr marL="342900">
              <a:buFont typeface="Arial" panose="020B0604020202020204" pitchFamily="34" charset="0"/>
              <a:buChar char="•"/>
            </a:pPr>
            <a:r>
              <a:rPr lang="en-US" sz="1600"/>
              <a:t>Xây dựng chương trình quản lý cửa hàng nhằm phục vụ công tác nghiệp vụ của các nhân viên</a:t>
            </a:r>
          </a:p>
          <a:p>
            <a:pPr marL="342900">
              <a:buFont typeface="Arial" panose="020B0604020202020204" pitchFamily="34" charset="0"/>
              <a:buChar char="•"/>
            </a:pPr>
            <a:r>
              <a:rPr lang="en-US" sz="1600"/>
              <a:t>Đảm bảo quy trình xử lý cũng như quyền hạn của mỗi nhân viên trong công ty</a:t>
            </a:r>
          </a:p>
          <a:p>
            <a:pPr marL="342900">
              <a:buFont typeface="Arial" panose="020B0604020202020204" pitchFamily="34" charset="0"/>
              <a:buChar char="•"/>
            </a:pPr>
            <a:endParaRPr lang="en-US" sz="1600"/>
          </a:p>
          <a:p>
            <a:pPr marL="342900">
              <a:buFont typeface="Arial" panose="020B0604020202020204" pitchFamily="34" charset="0"/>
              <a:buChar char="•"/>
            </a:pPr>
            <a:endParaRPr lang="en-US" sz="1600"/>
          </a:p>
        </p:txBody>
      </p:sp>
      <p:pic>
        <p:nvPicPr>
          <p:cNvPr id="8" name="Picture Placeholder 7" descr="Data Points Digital background">
            <a:extLst>
              <a:ext uri="{FF2B5EF4-FFF2-40B4-BE49-F238E27FC236}">
                <a16:creationId xmlns:a16="http://schemas.microsoft.com/office/drawing/2014/main" id="{5FED7C55-F545-49A1-90FD-D853A25AB4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00" r="9678" b="-1"/>
          <a:stretch/>
        </p:blipFill>
        <p:spPr>
          <a:xfrm>
            <a:off x="5719706" y="606796"/>
            <a:ext cx="4868976" cy="5644408"/>
          </a:xfrm>
          <a:custGeom>
            <a:avLst/>
            <a:gdLst/>
            <a:ahLst/>
            <a:cxnLst/>
            <a:rect l="l" t="t" r="r" b="b"/>
            <a:pathLst>
              <a:path w="4868976" h="5644408">
                <a:moveTo>
                  <a:pt x="2398421" y="0"/>
                </a:moveTo>
                <a:lnTo>
                  <a:pt x="4868974" y="1424628"/>
                </a:lnTo>
                <a:lnTo>
                  <a:pt x="4868976" y="1424625"/>
                </a:lnTo>
                <a:lnTo>
                  <a:pt x="4868976" y="1424628"/>
                </a:lnTo>
                <a:lnTo>
                  <a:pt x="4868976" y="4219781"/>
                </a:lnTo>
                <a:lnTo>
                  <a:pt x="2398419" y="5644408"/>
                </a:lnTo>
                <a:lnTo>
                  <a:pt x="0" y="4219781"/>
                </a:lnTo>
                <a:lnTo>
                  <a:pt x="0" y="1424628"/>
                </a:lnTo>
                <a:lnTo>
                  <a:pt x="0" y="1424625"/>
                </a:lnTo>
                <a:lnTo>
                  <a:pt x="3" y="1424628"/>
                </a:lnTo>
                <a:close/>
              </a:path>
            </a:pathLst>
          </a:cu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C4967C49-2278-4724-94A5-A258F20C3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66428" y="2112234"/>
            <a:ext cx="1335600" cy="1262947"/>
            <a:chOff x="10145015" y="2343978"/>
            <a:chExt cx="1335600" cy="1262947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5513748-F890-422C-8BC7-7C16A7D3A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Oval 64">
              <a:extLst>
                <a:ext uri="{FF2B5EF4-FFF2-40B4-BE49-F238E27FC236}">
                  <a16:creationId xmlns:a16="http://schemas.microsoft.com/office/drawing/2014/main" id="{B93B83E9-9019-4D2F-B887-BD399181B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7" name="Oval 66">
            <a:extLst>
              <a:ext uri="{FF2B5EF4-FFF2-40B4-BE49-F238E27FC236}">
                <a16:creationId xmlns:a16="http://schemas.microsoft.com/office/drawing/2014/main" id="{5171FAFB-7223-4BE1-983D-8A0626EAC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612" y="57328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7D98D-6710-41D2-B258-E1A1059D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vert="horz"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BA1B0FB-D917-4C8C-928F-313BD683BF39}" type="slidenum">
              <a:rPr lang="en-US" smtClean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02182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26" descr="Data Points Digital background">
            <a:extLst>
              <a:ext uri="{FF2B5EF4-FFF2-40B4-BE49-F238E27FC236}">
                <a16:creationId xmlns:a16="http://schemas.microsoft.com/office/drawing/2014/main" id="{0DE81E3E-03CD-4941-8887-B4FAFFDC2DB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81" r="30231" b="-2"/>
          <a:stretch/>
        </p:blipFill>
        <p:spPr>
          <a:xfrm>
            <a:off x="6922272" y="1"/>
            <a:ext cx="5267328" cy="6858000"/>
          </a:xfrm>
          <a:custGeom>
            <a:avLst/>
            <a:gdLst/>
            <a:ahLst/>
            <a:cxnLst/>
            <a:rect l="l" t="t" r="r" b="b"/>
            <a:pathLst>
              <a:path w="5264925" h="6858000">
                <a:moveTo>
                  <a:pt x="0" y="0"/>
                </a:moveTo>
                <a:lnTo>
                  <a:pt x="5264925" y="0"/>
                </a:lnTo>
                <a:lnTo>
                  <a:pt x="52649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E174092-82D3-44E0-8948-4096232E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464126" y="583599"/>
            <a:ext cx="9398000" cy="462779"/>
          </a:xfrm>
        </p:spPr>
        <p:txBody>
          <a:bodyPr/>
          <a:lstStyle/>
          <a:p>
            <a:pPr algn="ctr"/>
            <a:r>
              <a:rPr lang="en-US" sz="3500" b="1" err="1"/>
              <a:t>Thông</a:t>
            </a:r>
            <a:r>
              <a:rPr lang="en-US" sz="3500" b="1"/>
              <a:t> tin </a:t>
            </a:r>
            <a:r>
              <a:rPr lang="en-US" sz="3500" b="1" err="1"/>
              <a:t>cơ</a:t>
            </a:r>
            <a:r>
              <a:rPr lang="en-US" sz="3500" b="1"/>
              <a:t> </a:t>
            </a:r>
            <a:r>
              <a:rPr lang="en-US" sz="3500" b="1" err="1"/>
              <a:t>bản</a:t>
            </a:r>
            <a:endParaRPr lang="en-US" sz="3500" b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C33DF-36C9-49E9-B48D-A320B179C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/>
          <a:lstStyle/>
          <a:p>
            <a:fld id="{DBA1B0FB-D917-4C8C-928F-313BD683BF3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E08F1-E447-4F1C-81B0-3CDFED802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310823"/>
            <a:ext cx="5368023" cy="4600962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 Cho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phép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quản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lí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được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theo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dõi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và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quản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lí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nhân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viên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cũng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như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các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công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tác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quản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lí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của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hàng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như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thêm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nhân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viên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xóa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nhân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viên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quản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lí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sản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phẩm</a:t>
            </a:r>
            <a:endParaRPr lang="en-US" sz="250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Cho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phép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nhân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viên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thực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hiện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công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việc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của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mình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là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quản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lí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sản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phẩm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và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tư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vấn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khách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hàng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,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giao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dịch</a:t>
            </a:r>
            <a:endParaRPr lang="en-US" sz="2500">
              <a:solidFill>
                <a:srgbClr val="FFFFFF"/>
              </a:solidFill>
              <a:ea typeface="+mn-lt"/>
              <a:cs typeface="+mn-lt"/>
            </a:endParaRPr>
          </a:p>
          <a:p>
            <a:endParaRPr lang="en-US" sz="25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28603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8F47E7-8FEC-624A-A299-A47EED89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834682"/>
          </a:xfrm>
        </p:spPr>
        <p:txBody>
          <a:bodyPr/>
          <a:lstStyle/>
          <a:p>
            <a:pPr algn="ctr"/>
            <a:r>
              <a:rPr lang="en-US" b="1" err="1"/>
              <a:t>Các</a:t>
            </a:r>
            <a:r>
              <a:rPr lang="en-US" b="1"/>
              <a:t> </a:t>
            </a:r>
            <a:r>
              <a:rPr lang="en-US" b="1" err="1"/>
              <a:t>chức</a:t>
            </a:r>
            <a:r>
              <a:rPr lang="en-US" b="1"/>
              <a:t> </a:t>
            </a:r>
            <a:r>
              <a:rPr lang="en-US" b="1" err="1"/>
              <a:t>năng</a:t>
            </a:r>
            <a:r>
              <a:rPr lang="en-US" b="1"/>
              <a:t> </a:t>
            </a:r>
            <a:r>
              <a:rPr lang="en-US" b="1" err="1"/>
              <a:t>cơ</a:t>
            </a:r>
            <a:r>
              <a:rPr lang="en-US" b="1"/>
              <a:t> </a:t>
            </a:r>
            <a:r>
              <a:rPr lang="en-US" b="1" err="1"/>
              <a:t>bản</a:t>
            </a:r>
            <a:endParaRPr lang="en-US" b="1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C5F989B-9CFF-BF46-BB30-FC3E1F207D55}"/>
              </a:ext>
            </a:extLst>
          </p:cNvPr>
          <p:cNvSpPr txBox="1">
            <a:spLocks/>
          </p:cNvSpPr>
          <p:nvPr/>
        </p:nvSpPr>
        <p:spPr>
          <a:xfrm>
            <a:off x="550861" y="1383957"/>
            <a:ext cx="2970814" cy="460096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ea typeface="+mn-lt"/>
                <a:cs typeface="+mn-lt"/>
              </a:rPr>
              <a:t>Quản </a:t>
            </a:r>
            <a:r>
              <a:rPr lang="en-US" sz="2500" b="1" err="1">
                <a:solidFill>
                  <a:srgbClr val="FFFFFF"/>
                </a:solidFill>
                <a:ea typeface="+mn-lt"/>
                <a:cs typeface="+mn-lt"/>
              </a:rPr>
              <a:t>lý</a:t>
            </a:r>
            <a:r>
              <a:rPr lang="en-US" sz="2500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FFFFFF"/>
                </a:solidFill>
                <a:ea typeface="+mn-lt"/>
                <a:cs typeface="+mn-lt"/>
              </a:rPr>
              <a:t>nhân</a:t>
            </a:r>
            <a:r>
              <a:rPr lang="en-US" sz="2500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FFFFFF"/>
                </a:solidFill>
                <a:ea typeface="+mn-lt"/>
                <a:cs typeface="+mn-lt"/>
              </a:rPr>
              <a:t>viên</a:t>
            </a:r>
            <a:endParaRPr lang="en-US" sz="2500" b="1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Tạo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tài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khoản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cho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nhân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viên</a:t>
            </a:r>
            <a:endParaRPr lang="en-US" sz="250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Thêm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tài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khoản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cho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nhân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viên</a:t>
            </a:r>
            <a:endParaRPr lang="en-US" sz="250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Sắp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xếp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lịch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cho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nhân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viên</a:t>
            </a:r>
            <a:endParaRPr lang="en-US" sz="250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2500" err="1">
                <a:solidFill>
                  <a:srgbClr val="FFFFFF"/>
                </a:solidFill>
              </a:rPr>
              <a:t>Xóa</a:t>
            </a:r>
            <a:r>
              <a:rPr lang="en-US" sz="2500">
                <a:solidFill>
                  <a:srgbClr val="FFFFFF"/>
                </a:solidFill>
              </a:rPr>
              <a:t> </a:t>
            </a:r>
            <a:r>
              <a:rPr lang="en-US" sz="2500" err="1">
                <a:solidFill>
                  <a:srgbClr val="FFFFFF"/>
                </a:solidFill>
              </a:rPr>
              <a:t>nhân</a:t>
            </a:r>
            <a:r>
              <a:rPr lang="en-US" sz="2500">
                <a:solidFill>
                  <a:srgbClr val="FFFFFF"/>
                </a:solidFill>
              </a:rPr>
              <a:t> viên</a:t>
            </a:r>
          </a:p>
          <a:p>
            <a:endParaRPr lang="en-US" sz="2500">
              <a:solidFill>
                <a:srgbClr val="FFFFFF"/>
              </a:solidFill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59559CC-7F6D-2845-A32A-342BE855249E}"/>
              </a:ext>
            </a:extLst>
          </p:cNvPr>
          <p:cNvSpPr txBox="1">
            <a:spLocks/>
          </p:cNvSpPr>
          <p:nvPr/>
        </p:nvSpPr>
        <p:spPr>
          <a:xfrm>
            <a:off x="4611255" y="1383957"/>
            <a:ext cx="2970814" cy="460096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err="1">
                <a:solidFill>
                  <a:srgbClr val="FFFFFF"/>
                </a:solidFill>
                <a:ea typeface="+mn-lt"/>
                <a:cs typeface="+mn-lt"/>
              </a:rPr>
              <a:t>Quản</a:t>
            </a:r>
            <a:r>
              <a:rPr lang="en-US" sz="2500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FFFFFF"/>
                </a:solidFill>
                <a:ea typeface="+mn-lt"/>
                <a:cs typeface="+mn-lt"/>
              </a:rPr>
              <a:t>lý</a:t>
            </a:r>
            <a:r>
              <a:rPr lang="en-US" sz="2500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FFFFFF"/>
                </a:solidFill>
                <a:ea typeface="+mn-lt"/>
                <a:cs typeface="+mn-lt"/>
              </a:rPr>
              <a:t>sản</a:t>
            </a:r>
            <a:r>
              <a:rPr lang="en-US" sz="2500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FFFFFF"/>
                </a:solidFill>
                <a:ea typeface="+mn-lt"/>
                <a:cs typeface="+mn-lt"/>
              </a:rPr>
              <a:t>phẩm</a:t>
            </a:r>
            <a:endParaRPr lang="en-US" sz="2500" b="1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Thêm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sản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phẩm</a:t>
            </a:r>
            <a:endParaRPr lang="en-US" sz="250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Xoá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sản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phẩm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</a:p>
          <a:p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Cập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nhập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sản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phẩm</a:t>
            </a:r>
            <a:endParaRPr lang="en-US" sz="250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Tra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cứu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sản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phẩm</a:t>
            </a:r>
            <a:endParaRPr lang="en-US" sz="2500">
              <a:solidFill>
                <a:srgbClr val="FFFFFF"/>
              </a:solidFill>
              <a:ea typeface="+mn-lt"/>
              <a:cs typeface="+mn-lt"/>
            </a:endParaRPr>
          </a:p>
          <a:p>
            <a:endParaRPr lang="en-US" sz="2500">
              <a:solidFill>
                <a:srgbClr val="FFFFFF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C454D67-26A8-6743-825F-A050AC88E11F}"/>
              </a:ext>
            </a:extLst>
          </p:cNvPr>
          <p:cNvSpPr txBox="1">
            <a:spLocks/>
          </p:cNvSpPr>
          <p:nvPr/>
        </p:nvSpPr>
        <p:spPr>
          <a:xfrm>
            <a:off x="8671649" y="1383957"/>
            <a:ext cx="2970814" cy="460096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500" b="1" err="1">
                <a:solidFill>
                  <a:srgbClr val="FFFFFF"/>
                </a:solidFill>
                <a:ea typeface="+mn-lt"/>
                <a:cs typeface="+mn-lt"/>
              </a:rPr>
              <a:t>Đặt</a:t>
            </a:r>
            <a:r>
              <a:rPr lang="en-US" sz="2500" b="1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FFFFFF"/>
                </a:solidFill>
                <a:ea typeface="+mn-lt"/>
                <a:cs typeface="+mn-lt"/>
              </a:rPr>
              <a:t>hàng</a:t>
            </a:r>
            <a:endParaRPr lang="en-US" sz="2500" b="1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Thanh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toán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trực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tiếp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bằng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tiền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mặt</a:t>
            </a:r>
            <a:endParaRPr lang="en-US" sz="250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Thanh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toán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qua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thẻ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,  ATM, Visa,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ví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điện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FFFFFF"/>
                </a:solidFill>
                <a:ea typeface="+mn-lt"/>
                <a:cs typeface="+mn-lt"/>
              </a:rPr>
              <a:t>tử</a:t>
            </a:r>
            <a:endParaRPr lang="en-US" sz="25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75837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2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5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25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1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3">
            <a:extLst>
              <a:ext uri="{FF2B5EF4-FFF2-40B4-BE49-F238E27FC236}">
                <a16:creationId xmlns:a16="http://schemas.microsoft.com/office/drawing/2014/main" id="{7717DEEF-0B03-453A-8F15-CC0AC777DF08}"/>
              </a:ext>
            </a:extLst>
          </p:cNvPr>
          <p:cNvSpPr txBox="1">
            <a:spLocks/>
          </p:cNvSpPr>
          <p:nvPr/>
        </p:nvSpPr>
        <p:spPr>
          <a:xfrm>
            <a:off x="999596" y="261408"/>
            <a:ext cx="10606565" cy="1008592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6400" err="1"/>
              <a:t>Biểu</a:t>
            </a:r>
            <a:r>
              <a:rPr lang="en-US" sz="6400"/>
              <a:t> </a:t>
            </a:r>
            <a:r>
              <a:rPr lang="en-US" sz="6400" err="1"/>
              <a:t>đồ</a:t>
            </a:r>
            <a:r>
              <a:rPr lang="en-US" sz="6400"/>
              <a:t> </a:t>
            </a:r>
            <a:r>
              <a:rPr lang="en-US" sz="6400" err="1"/>
              <a:t>phân</a:t>
            </a:r>
            <a:r>
              <a:rPr lang="en-US" sz="6400"/>
              <a:t> </a:t>
            </a:r>
            <a:r>
              <a:rPr lang="en-US" sz="6400" err="1"/>
              <a:t>cấp</a:t>
            </a:r>
            <a:r>
              <a:rPr lang="en-US" sz="6400"/>
              <a:t> </a:t>
            </a:r>
            <a:r>
              <a:rPr lang="en-US" sz="6400" err="1"/>
              <a:t>chức</a:t>
            </a:r>
            <a:r>
              <a:rPr lang="en-US" sz="6400"/>
              <a:t> </a:t>
            </a:r>
            <a:r>
              <a:rPr lang="en-US" sz="6400" err="1"/>
              <a:t>năng</a:t>
            </a:r>
            <a:endParaRPr lang="en-US" sz="640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563B34-DD53-4FB1-B8C2-8914E01C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vert="horz"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BA1B0FB-D917-4C8C-928F-313BD683BF39}" type="slidenum">
              <a:rPr lang="en-US" smtClean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B91F665-371E-2B45-978E-52F096B0AD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0378036"/>
              </p:ext>
            </p:extLst>
          </p:nvPr>
        </p:nvGraphicFramePr>
        <p:xfrm>
          <a:off x="995635" y="1466645"/>
          <a:ext cx="9532937" cy="5118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9753325"/>
      </p:ext>
    </p:extLst>
  </p:cSld>
  <p:clrMapOvr>
    <a:masterClrMapping/>
  </p:clrMapOvr>
  <p:transition spd="slow">
    <p:split orient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40F1DF5B-353A-4270-8C10-6A150944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4" y="549275"/>
            <a:ext cx="3565524" cy="1997855"/>
          </a:xfrm>
        </p:spPr>
        <p:txBody>
          <a:bodyPr vert="horz" wrap="square" lIns="0" tIns="0" rIns="0" bIns="0" rtlCol="0" anchor="b" anchorCtr="0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2: </a:t>
            </a:r>
            <a:r>
              <a:rPr lang="en-US" sz="4800" b="1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Đặc</a:t>
            </a: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tả</a:t>
            </a: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yêu</a:t>
            </a: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cầu</a:t>
            </a: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bài</a:t>
            </a: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toán</a:t>
            </a:r>
            <a:endParaRPr lang="en-US" sz="48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Placeholder 7" descr="Data Points Digital background">
            <a:extLst>
              <a:ext uri="{FF2B5EF4-FFF2-40B4-BE49-F238E27FC236}">
                <a16:creationId xmlns:a16="http://schemas.microsoft.com/office/drawing/2014/main" id="{5FED7C55-F545-49A1-90FD-D853A25AB4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00" r="9678" b="-1"/>
          <a:stretch/>
        </p:blipFill>
        <p:spPr>
          <a:xfrm>
            <a:off x="5719706" y="606796"/>
            <a:ext cx="4868976" cy="5644408"/>
          </a:xfrm>
          <a:custGeom>
            <a:avLst/>
            <a:gdLst/>
            <a:ahLst/>
            <a:cxnLst/>
            <a:rect l="l" t="t" r="r" b="b"/>
            <a:pathLst>
              <a:path w="4868976" h="5644408">
                <a:moveTo>
                  <a:pt x="2398421" y="0"/>
                </a:moveTo>
                <a:lnTo>
                  <a:pt x="4868974" y="1424628"/>
                </a:lnTo>
                <a:lnTo>
                  <a:pt x="4868976" y="1424625"/>
                </a:lnTo>
                <a:lnTo>
                  <a:pt x="4868976" y="1424628"/>
                </a:lnTo>
                <a:lnTo>
                  <a:pt x="4868976" y="4219781"/>
                </a:lnTo>
                <a:lnTo>
                  <a:pt x="2398419" y="5644408"/>
                </a:lnTo>
                <a:lnTo>
                  <a:pt x="0" y="4219781"/>
                </a:lnTo>
                <a:lnTo>
                  <a:pt x="0" y="1424628"/>
                </a:lnTo>
                <a:lnTo>
                  <a:pt x="0" y="1424625"/>
                </a:lnTo>
                <a:lnTo>
                  <a:pt x="3" y="1424628"/>
                </a:ln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7D98D-6710-41D2-B258-E1A1059D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vert="horz"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BA1B0FB-D917-4C8C-928F-313BD683BF39}" type="slidenum">
              <a:rPr lang="en-US" smtClean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407AA-194E-9945-B043-3B84F1A6C5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22713"/>
      </p:ext>
    </p:extLst>
  </p:cSld>
  <p:clrMapOvr>
    <a:masterClrMapping/>
  </p:clrMapOvr>
  <p:transition spd="slow">
    <p:split orient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8F47E7-8FEC-624A-A299-A47EED89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834682"/>
          </a:xfrm>
        </p:spPr>
        <p:txBody>
          <a:bodyPr/>
          <a:lstStyle/>
          <a:p>
            <a:pPr algn="ctr"/>
            <a:r>
              <a:rPr lang="en-US" b="1"/>
              <a:t>Actor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9DA19F-2D98-E34C-A4D5-3BE20F2F0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2" y="1591734"/>
            <a:ext cx="2714978" cy="15684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1D1007-2F19-1C46-BC9D-553717B41798}"/>
              </a:ext>
            </a:extLst>
          </p:cNvPr>
          <p:cNvSpPr txBox="1"/>
          <p:nvPr/>
        </p:nvSpPr>
        <p:spPr>
          <a:xfrm>
            <a:off x="1401641" y="3367961"/>
            <a:ext cx="101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err="1"/>
              <a:t>Quản</a:t>
            </a:r>
            <a:r>
              <a:rPr lang="en-US" b="1"/>
              <a:t> </a:t>
            </a:r>
            <a:r>
              <a:rPr lang="en-US" b="1" err="1"/>
              <a:t>lý</a:t>
            </a:r>
            <a:endParaRPr lang="en-US" b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F8D7DD-61C4-B142-A48F-802746AF6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801" y="1528864"/>
            <a:ext cx="3183466" cy="18390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992690-73EE-6546-8814-FA0C4A790E6D}"/>
              </a:ext>
            </a:extLst>
          </p:cNvPr>
          <p:cNvSpPr txBox="1"/>
          <p:nvPr/>
        </p:nvSpPr>
        <p:spPr>
          <a:xfrm>
            <a:off x="4052378" y="3367961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err="1"/>
              <a:t>Nhân</a:t>
            </a:r>
            <a:r>
              <a:rPr lang="en-US" b="1"/>
              <a:t> </a:t>
            </a:r>
            <a:r>
              <a:rPr lang="en-US" b="1" err="1"/>
              <a:t>viên</a:t>
            </a:r>
            <a:endParaRPr lang="en-US" b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917530-D42F-BE4C-A13B-3A0E257BB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266" y="1383957"/>
            <a:ext cx="2245825" cy="225585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E4E6C4E-66B3-1C44-B3CF-24924D366FBB}"/>
              </a:ext>
            </a:extLst>
          </p:cNvPr>
          <p:cNvSpPr txBox="1"/>
          <p:nvPr/>
        </p:nvSpPr>
        <p:spPr>
          <a:xfrm>
            <a:off x="6096662" y="3367961"/>
            <a:ext cx="252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err="1"/>
              <a:t>Nhân</a:t>
            </a:r>
            <a:r>
              <a:rPr lang="en-US" b="1"/>
              <a:t> </a:t>
            </a:r>
            <a:r>
              <a:rPr lang="en-US" b="1" err="1"/>
              <a:t>viên</a:t>
            </a:r>
            <a:r>
              <a:rPr lang="en-US" b="1"/>
              <a:t> </a:t>
            </a:r>
            <a:r>
              <a:rPr lang="en-US" b="1" err="1"/>
              <a:t>vận</a:t>
            </a:r>
            <a:r>
              <a:rPr lang="en-US" b="1"/>
              <a:t> </a:t>
            </a:r>
            <a:r>
              <a:rPr lang="en-US" b="1" err="1"/>
              <a:t>chuyển</a:t>
            </a:r>
            <a:endParaRPr lang="en-US" b="1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ABD67B9-303B-7D4F-9559-0EF41CFA2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6480" y="1639295"/>
            <a:ext cx="1823388" cy="172866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35606A6-6275-DF42-9C31-5F95A5918831}"/>
              </a:ext>
            </a:extLst>
          </p:cNvPr>
          <p:cNvSpPr txBox="1"/>
          <p:nvPr/>
        </p:nvSpPr>
        <p:spPr>
          <a:xfrm>
            <a:off x="9447767" y="3367961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err="1"/>
              <a:t>Người</a:t>
            </a:r>
            <a:r>
              <a:rPr lang="en-US" b="1"/>
              <a:t> </a:t>
            </a:r>
            <a:r>
              <a:rPr lang="en-US" b="1" err="1"/>
              <a:t>dùng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4411216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5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8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34FD079-ADF9-7D47-BED9-58E4DA4CBEF0}"/>
              </a:ext>
            </a:extLst>
          </p:cNvPr>
          <p:cNvSpPr/>
          <p:nvPr/>
        </p:nvSpPr>
        <p:spPr>
          <a:xfrm>
            <a:off x="0" y="1219200"/>
            <a:ext cx="12192000" cy="1906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8F47E7-8FEC-624A-A299-A47EED89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834682"/>
          </a:xfrm>
        </p:spPr>
        <p:txBody>
          <a:bodyPr/>
          <a:lstStyle/>
          <a:p>
            <a:pPr algn="ctr"/>
            <a:r>
              <a:rPr lang="en-US" b="1"/>
              <a:t>Use case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1C1506-819B-CF49-9F09-6A2A40110974}"/>
              </a:ext>
            </a:extLst>
          </p:cNvPr>
          <p:cNvSpPr txBox="1"/>
          <p:nvPr/>
        </p:nvSpPr>
        <p:spPr>
          <a:xfrm>
            <a:off x="550862" y="1382067"/>
            <a:ext cx="2384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err="1"/>
              <a:t>Đăng</a:t>
            </a:r>
            <a:r>
              <a:rPr lang="en-US" b="1"/>
              <a:t> </a:t>
            </a:r>
            <a:r>
              <a:rPr lang="en-US" b="1" err="1"/>
              <a:t>nhập</a:t>
            </a:r>
            <a:r>
              <a:rPr lang="en-US" b="1"/>
              <a:t> </a:t>
            </a:r>
            <a:r>
              <a:rPr lang="en-US" b="1" err="1"/>
              <a:t>hệ</a:t>
            </a:r>
            <a:r>
              <a:rPr lang="en-US" b="1"/>
              <a:t> </a:t>
            </a:r>
            <a:r>
              <a:rPr lang="en-US" b="1" err="1"/>
              <a:t>thống</a:t>
            </a:r>
            <a:endParaRPr lang="en-US" b="1"/>
          </a:p>
          <a:p>
            <a:r>
              <a:rPr lang="en-US" err="1"/>
              <a:t>Quên</a:t>
            </a:r>
            <a:r>
              <a:rPr lang="en-US"/>
              <a:t> </a:t>
            </a:r>
            <a:r>
              <a:rPr lang="en-US" err="1"/>
              <a:t>tài</a:t>
            </a:r>
            <a:r>
              <a:rPr lang="en-US"/>
              <a:t> </a:t>
            </a:r>
            <a:r>
              <a:rPr lang="en-US" err="1"/>
              <a:t>khoản</a:t>
            </a:r>
            <a:r>
              <a:rPr lang="en-US" b="1"/>
              <a:t>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D5C04F-446F-F44D-87DB-510D212D1544}"/>
              </a:ext>
            </a:extLst>
          </p:cNvPr>
          <p:cNvSpPr txBox="1"/>
          <p:nvPr/>
        </p:nvSpPr>
        <p:spPr>
          <a:xfrm>
            <a:off x="4273443" y="1382067"/>
            <a:ext cx="285206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err="1"/>
              <a:t>Quản</a:t>
            </a:r>
            <a:r>
              <a:rPr lang="en-US" b="1"/>
              <a:t> </a:t>
            </a:r>
            <a:r>
              <a:rPr lang="en-US" b="1" err="1"/>
              <a:t>lý</a:t>
            </a:r>
            <a:r>
              <a:rPr lang="en-US" b="1"/>
              <a:t> </a:t>
            </a:r>
            <a:r>
              <a:rPr lang="en-US" b="1" err="1"/>
              <a:t>nhân</a:t>
            </a:r>
            <a:r>
              <a:rPr lang="en-US" b="1"/>
              <a:t> </a:t>
            </a:r>
            <a:r>
              <a:rPr lang="en-US" b="1" err="1"/>
              <a:t>viên</a:t>
            </a:r>
            <a:endParaRPr lang="en-US" b="1"/>
          </a:p>
          <a:p>
            <a:r>
              <a:rPr lang="en-US" err="1"/>
              <a:t>Tạo</a:t>
            </a:r>
            <a:r>
              <a:rPr lang="en-US"/>
              <a:t> </a:t>
            </a:r>
            <a:r>
              <a:rPr lang="en-US" err="1"/>
              <a:t>tài</a:t>
            </a:r>
            <a:r>
              <a:rPr lang="en-US"/>
              <a:t> </a:t>
            </a:r>
            <a:r>
              <a:rPr lang="en-US" err="1"/>
              <a:t>khoản</a:t>
            </a:r>
            <a:r>
              <a:rPr lang="en-US"/>
              <a:t> </a:t>
            </a:r>
            <a:r>
              <a:rPr lang="en-US" err="1"/>
              <a:t>cho</a:t>
            </a:r>
            <a:r>
              <a:rPr lang="en-US"/>
              <a:t> </a:t>
            </a:r>
            <a:r>
              <a:rPr lang="en-US" err="1"/>
              <a:t>nhân</a:t>
            </a:r>
            <a:r>
              <a:rPr lang="en-US"/>
              <a:t> </a:t>
            </a:r>
            <a:r>
              <a:rPr lang="en-US" err="1"/>
              <a:t>viên</a:t>
            </a:r>
            <a:endParaRPr lang="en-US"/>
          </a:p>
          <a:p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nhân</a:t>
            </a:r>
            <a:r>
              <a:rPr lang="en-US"/>
              <a:t> </a:t>
            </a:r>
            <a:r>
              <a:rPr lang="en-US" err="1"/>
              <a:t>viên</a:t>
            </a:r>
            <a:endParaRPr lang="en-US"/>
          </a:p>
          <a:p>
            <a:r>
              <a:rPr lang="en-US" err="1"/>
              <a:t>Xóa</a:t>
            </a:r>
            <a:r>
              <a:rPr lang="en-US"/>
              <a:t> </a:t>
            </a:r>
            <a:r>
              <a:rPr lang="en-US" err="1"/>
              <a:t>nhân</a:t>
            </a:r>
            <a:r>
              <a:rPr lang="en-US"/>
              <a:t> </a:t>
            </a:r>
            <a:r>
              <a:rPr lang="en-US" err="1"/>
              <a:t>viên</a:t>
            </a:r>
            <a:endParaRPr lang="en-US"/>
          </a:p>
          <a:p>
            <a:r>
              <a:rPr lang="en-US" err="1"/>
              <a:t>Lịch</a:t>
            </a:r>
            <a:r>
              <a:rPr lang="en-US"/>
              <a:t> </a:t>
            </a:r>
            <a:r>
              <a:rPr lang="en-US" err="1"/>
              <a:t>làm</a:t>
            </a:r>
            <a:r>
              <a:rPr lang="en-US"/>
              <a:t> </a:t>
            </a:r>
            <a:r>
              <a:rPr lang="en-US" err="1"/>
              <a:t>việc</a:t>
            </a:r>
            <a:endParaRPr lang="en-US"/>
          </a:p>
          <a:p>
            <a:r>
              <a:rPr lang="en-US" b="1"/>
              <a:t> 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59AE13-692F-DF48-82CF-DAD52D8A6815}"/>
              </a:ext>
            </a:extLst>
          </p:cNvPr>
          <p:cNvSpPr txBox="1"/>
          <p:nvPr/>
        </p:nvSpPr>
        <p:spPr>
          <a:xfrm>
            <a:off x="8463233" y="1382067"/>
            <a:ext cx="209223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err="1"/>
              <a:t>Quản</a:t>
            </a:r>
            <a:r>
              <a:rPr lang="en-US" b="1"/>
              <a:t> </a:t>
            </a:r>
            <a:r>
              <a:rPr lang="en-US" b="1" err="1"/>
              <a:t>lý</a:t>
            </a:r>
            <a:r>
              <a:rPr lang="en-US" b="1"/>
              <a:t> </a:t>
            </a:r>
            <a:r>
              <a:rPr lang="en-US" b="1" err="1"/>
              <a:t>sản</a:t>
            </a:r>
            <a:r>
              <a:rPr lang="en-US" b="1"/>
              <a:t> </a:t>
            </a:r>
            <a:r>
              <a:rPr lang="en-US" b="1" err="1"/>
              <a:t>phẩm</a:t>
            </a:r>
            <a:endParaRPr lang="en-US" b="1"/>
          </a:p>
          <a:p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sản</a:t>
            </a:r>
            <a:r>
              <a:rPr lang="en-US"/>
              <a:t> </a:t>
            </a:r>
            <a:r>
              <a:rPr lang="en-US" err="1"/>
              <a:t>phẩm</a:t>
            </a:r>
            <a:endParaRPr lang="en-US"/>
          </a:p>
          <a:p>
            <a:r>
              <a:rPr lang="en-US" err="1"/>
              <a:t>Xóa</a:t>
            </a:r>
            <a:r>
              <a:rPr lang="en-US"/>
              <a:t> </a:t>
            </a:r>
            <a:r>
              <a:rPr lang="en-US" err="1"/>
              <a:t>sản</a:t>
            </a:r>
            <a:r>
              <a:rPr lang="en-US"/>
              <a:t> </a:t>
            </a:r>
            <a:r>
              <a:rPr lang="en-US" err="1"/>
              <a:t>phẩm</a:t>
            </a:r>
            <a:endParaRPr lang="en-US"/>
          </a:p>
          <a:p>
            <a:r>
              <a:rPr lang="en-US" err="1"/>
              <a:t>Cập</a:t>
            </a:r>
            <a:r>
              <a:rPr lang="en-US"/>
              <a:t> </a:t>
            </a:r>
            <a:r>
              <a:rPr lang="en-US" err="1"/>
              <a:t>nhật</a:t>
            </a:r>
            <a:r>
              <a:rPr lang="en-US"/>
              <a:t> </a:t>
            </a:r>
            <a:r>
              <a:rPr lang="en-US" err="1"/>
              <a:t>sản</a:t>
            </a:r>
            <a:r>
              <a:rPr lang="en-US"/>
              <a:t> </a:t>
            </a:r>
            <a:r>
              <a:rPr lang="en-US" err="1"/>
              <a:t>phẩm</a:t>
            </a:r>
            <a:endParaRPr lang="en-US"/>
          </a:p>
          <a:p>
            <a:r>
              <a:rPr lang="en-US" err="1"/>
              <a:t>Tra</a:t>
            </a:r>
            <a:r>
              <a:rPr lang="en-US"/>
              <a:t> </a:t>
            </a:r>
            <a:r>
              <a:rPr lang="en-US" err="1"/>
              <a:t>cứu</a:t>
            </a:r>
            <a:r>
              <a:rPr lang="en-US"/>
              <a:t> </a:t>
            </a:r>
            <a:r>
              <a:rPr lang="en-US" err="1"/>
              <a:t>sản</a:t>
            </a:r>
            <a:r>
              <a:rPr lang="en-US"/>
              <a:t> </a:t>
            </a:r>
            <a:r>
              <a:rPr lang="en-US" err="1"/>
              <a:t>phẩm</a:t>
            </a:r>
            <a:endParaRPr lang="en-US"/>
          </a:p>
          <a:p>
            <a:endParaRPr lang="en-US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F8C40A-2D06-0345-9725-938CA7B62AE4}"/>
              </a:ext>
            </a:extLst>
          </p:cNvPr>
          <p:cNvSpPr txBox="1"/>
          <p:nvPr/>
        </p:nvSpPr>
        <p:spPr>
          <a:xfrm>
            <a:off x="4273443" y="3212435"/>
            <a:ext cx="220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err="1"/>
              <a:t>Tư</a:t>
            </a:r>
            <a:r>
              <a:rPr lang="en-US" b="1"/>
              <a:t> </a:t>
            </a:r>
            <a:r>
              <a:rPr lang="en-US" b="1" err="1"/>
              <a:t>vấn</a:t>
            </a:r>
            <a:r>
              <a:rPr lang="en-US" b="1"/>
              <a:t> </a:t>
            </a:r>
            <a:r>
              <a:rPr lang="en-US" b="1" err="1"/>
              <a:t>khách</a:t>
            </a:r>
            <a:r>
              <a:rPr lang="en-US" b="1"/>
              <a:t> </a:t>
            </a:r>
            <a:r>
              <a:rPr lang="en-US" b="1" err="1"/>
              <a:t>hàng</a:t>
            </a:r>
            <a:endParaRPr lang="en-US" b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ECED00-4295-A24B-88CD-4190866CE6EB}"/>
              </a:ext>
            </a:extLst>
          </p:cNvPr>
          <p:cNvSpPr/>
          <p:nvPr/>
        </p:nvSpPr>
        <p:spPr>
          <a:xfrm>
            <a:off x="0" y="4239504"/>
            <a:ext cx="12192000" cy="1906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F02467-FCA7-664E-89B6-DB75955E63B9}"/>
              </a:ext>
            </a:extLst>
          </p:cNvPr>
          <p:cNvSpPr txBox="1"/>
          <p:nvPr/>
        </p:nvSpPr>
        <p:spPr>
          <a:xfrm>
            <a:off x="659312" y="3297240"/>
            <a:ext cx="1781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err="1"/>
              <a:t>Yêu</a:t>
            </a:r>
            <a:r>
              <a:rPr lang="en-US" b="1"/>
              <a:t> </a:t>
            </a:r>
            <a:r>
              <a:rPr lang="en-US" b="1" err="1"/>
              <a:t>cầu</a:t>
            </a:r>
            <a:r>
              <a:rPr lang="en-US" b="1"/>
              <a:t> </a:t>
            </a:r>
            <a:r>
              <a:rPr lang="en-US" b="1" err="1"/>
              <a:t>tư</a:t>
            </a:r>
            <a:r>
              <a:rPr lang="en-US" b="1"/>
              <a:t> </a:t>
            </a:r>
            <a:r>
              <a:rPr lang="en-US" b="1" err="1"/>
              <a:t>vấn</a:t>
            </a:r>
            <a:endParaRPr lang="en-US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AC2770-162D-504E-8B1D-B7F4E3955A1C}"/>
              </a:ext>
            </a:extLst>
          </p:cNvPr>
          <p:cNvSpPr txBox="1"/>
          <p:nvPr/>
        </p:nvSpPr>
        <p:spPr>
          <a:xfrm>
            <a:off x="4273443" y="4592675"/>
            <a:ext cx="40684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err="1"/>
              <a:t>Đặt</a:t>
            </a:r>
            <a:r>
              <a:rPr lang="en-US" b="1"/>
              <a:t> </a:t>
            </a:r>
            <a:r>
              <a:rPr lang="en-US" b="1" err="1"/>
              <a:t>hàng</a:t>
            </a:r>
            <a:endParaRPr lang="en-US" b="1"/>
          </a:p>
          <a:p>
            <a:r>
              <a:rPr lang="en-US"/>
              <a:t>Thanh </a:t>
            </a:r>
            <a:r>
              <a:rPr lang="en-US" err="1"/>
              <a:t>toán</a:t>
            </a:r>
            <a:endParaRPr lang="en-US"/>
          </a:p>
          <a:p>
            <a:r>
              <a:rPr lang="en-US"/>
              <a:t>+Thanh </a:t>
            </a:r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tiền</a:t>
            </a:r>
            <a:r>
              <a:rPr lang="en-US"/>
              <a:t> </a:t>
            </a:r>
            <a:r>
              <a:rPr lang="en-US" err="1"/>
              <a:t>mặt</a:t>
            </a:r>
            <a:endParaRPr lang="en-US"/>
          </a:p>
          <a:p>
            <a:r>
              <a:rPr lang="en-US"/>
              <a:t>+Thanh </a:t>
            </a:r>
            <a:r>
              <a:rPr lang="en-US" err="1"/>
              <a:t>toán</a:t>
            </a:r>
            <a:r>
              <a:rPr lang="en-US"/>
              <a:t> qua </a:t>
            </a:r>
            <a:r>
              <a:rPr lang="en-US" err="1"/>
              <a:t>thẻ</a:t>
            </a:r>
            <a:r>
              <a:rPr lang="en-US"/>
              <a:t> ATM/Visa, </a:t>
            </a:r>
            <a:r>
              <a:rPr lang="en-US" err="1"/>
              <a:t>ví</a:t>
            </a:r>
            <a:r>
              <a:rPr lang="en-US"/>
              <a:t> </a:t>
            </a:r>
            <a:r>
              <a:rPr lang="en-US" err="1"/>
              <a:t>điện</a:t>
            </a:r>
            <a:r>
              <a:rPr lang="en-US"/>
              <a:t> </a:t>
            </a:r>
            <a:r>
              <a:rPr lang="en-US" err="1"/>
              <a:t>tử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FB8C5F-6794-294F-BD90-D47944450884}"/>
              </a:ext>
            </a:extLst>
          </p:cNvPr>
          <p:cNvSpPr txBox="1"/>
          <p:nvPr/>
        </p:nvSpPr>
        <p:spPr>
          <a:xfrm>
            <a:off x="720109" y="4592675"/>
            <a:ext cx="28007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err="1"/>
              <a:t>Nhận</a:t>
            </a:r>
            <a:r>
              <a:rPr lang="en-US" b="1"/>
              <a:t> </a:t>
            </a:r>
            <a:r>
              <a:rPr lang="en-US" b="1" err="1"/>
              <a:t>đơn</a:t>
            </a:r>
            <a:r>
              <a:rPr lang="en-US" b="1"/>
              <a:t> </a:t>
            </a:r>
            <a:r>
              <a:rPr lang="en-US" b="1" err="1"/>
              <a:t>hàng</a:t>
            </a:r>
            <a:endParaRPr lang="en-US" b="1"/>
          </a:p>
          <a:p>
            <a:r>
              <a:rPr lang="en-US" err="1"/>
              <a:t>Vận</a:t>
            </a:r>
            <a:r>
              <a:rPr lang="en-US"/>
              <a:t> </a:t>
            </a:r>
            <a:r>
              <a:rPr lang="en-US" err="1"/>
              <a:t>chuyển</a:t>
            </a:r>
            <a:r>
              <a:rPr lang="en-US"/>
              <a:t> </a:t>
            </a:r>
            <a:r>
              <a:rPr lang="en-US" err="1"/>
              <a:t>đến</a:t>
            </a:r>
            <a:r>
              <a:rPr lang="en-US"/>
              <a:t> </a:t>
            </a:r>
            <a:r>
              <a:rPr lang="en-US" err="1"/>
              <a:t>người</a:t>
            </a:r>
            <a:r>
              <a:rPr lang="en-US"/>
              <a:t> </a:t>
            </a:r>
            <a:r>
              <a:rPr lang="en-US" err="1"/>
              <a:t>dùng</a:t>
            </a:r>
            <a:endParaRPr lang="en-US"/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34284710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3" grpId="0"/>
      <p:bldP spid="14" grpId="0"/>
      <p:bldP spid="19" grpId="0"/>
      <p:bldP spid="21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: Shape 44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8" name="Oval 46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9" name="Oval 48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70" name="Group 50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71" name="Freeform: Shape 51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52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3" name="Oval 53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Oval 54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75" name="Rectangle 56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3">
            <a:extLst>
              <a:ext uri="{FF2B5EF4-FFF2-40B4-BE49-F238E27FC236}">
                <a16:creationId xmlns:a16="http://schemas.microsoft.com/office/drawing/2014/main" id="{7717DEEF-0B03-453A-8F15-CC0AC777DF08}"/>
              </a:ext>
            </a:extLst>
          </p:cNvPr>
          <p:cNvSpPr txBox="1">
            <a:spLocks/>
          </p:cNvSpPr>
          <p:nvPr/>
        </p:nvSpPr>
        <p:spPr>
          <a:xfrm>
            <a:off x="550863" y="-225761"/>
            <a:ext cx="11090274" cy="1158406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6400" err="1"/>
              <a:t>Sơ</a:t>
            </a:r>
            <a:r>
              <a:rPr lang="en-US" sz="6400"/>
              <a:t> </a:t>
            </a:r>
            <a:r>
              <a:rPr lang="en-US" sz="6400" err="1"/>
              <a:t>đồ</a:t>
            </a:r>
            <a:r>
              <a:rPr lang="en-US" sz="6400"/>
              <a:t> use case</a:t>
            </a:r>
          </a:p>
        </p:txBody>
      </p:sp>
      <p:sp>
        <p:nvSpPr>
          <p:cNvPr id="76" name="Oval 58">
            <a:extLst>
              <a:ext uri="{FF2B5EF4-FFF2-40B4-BE49-F238E27FC236}">
                <a16:creationId xmlns:a16="http://schemas.microsoft.com/office/drawing/2014/main" id="{BEBFBB3C-FA07-4A06-A8D8-D690F92A2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6000" y="501282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563B34-DD53-4FB1-B8C2-8914E01C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vert="horz"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BA1B0FB-D917-4C8C-928F-313BD683BF39}" type="slidenum">
              <a:rPr lang="en-US" smtClean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15" name="Picture 14" descr="Diagram&#10;&#10;Description automatically generated">
            <a:extLst>
              <a:ext uri="{FF2B5EF4-FFF2-40B4-BE49-F238E27FC236}">
                <a16:creationId xmlns:a16="http://schemas.microsoft.com/office/drawing/2014/main" id="{CAB2A11C-E74E-AF47-ABAC-BF5FD61E899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802" y="955989"/>
            <a:ext cx="8116132" cy="56281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518310"/>
      </p:ext>
    </p:extLst>
  </p:cSld>
  <p:clrMapOvr>
    <a:masterClrMapping/>
  </p:clrMapOvr>
  <p:transition spd="slow">
    <p:split orient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/>
                <a:ea typeface="+mn-ea"/>
                <a:cs typeface="+mn-cs"/>
              </a:endParaRPr>
            </a:p>
          </p:txBody>
        </p:sp>
      </p:grp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pic>
        <p:nvPicPr>
          <p:cNvPr id="8" name="Picture Placeholder 7" descr="Data Points Digital background">
            <a:extLst>
              <a:ext uri="{FF2B5EF4-FFF2-40B4-BE49-F238E27FC236}">
                <a16:creationId xmlns:a16="http://schemas.microsoft.com/office/drawing/2014/main" id="{5FED7C55-F545-49A1-90FD-D853A25AB4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415" y="0"/>
            <a:ext cx="12192000" cy="6858000"/>
          </a:xfr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3C64A91D-E535-4C24-A0E3-96A3810E3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6FC4867-BA3E-4F8E-AB23-684F34DF3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40F1DF5B-353A-4270-8C10-6A150944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415" y="1295035"/>
            <a:ext cx="7106523" cy="1767671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5500" b="1"/>
              <a:t>3: </a:t>
            </a:r>
            <a:r>
              <a:rPr lang="en-US" sz="5500" b="1" err="1"/>
              <a:t>Phân</a:t>
            </a:r>
            <a:r>
              <a:rPr lang="en-US" sz="5500" b="1"/>
              <a:t> </a:t>
            </a:r>
            <a:r>
              <a:rPr lang="en-US" sz="5500" b="1" err="1"/>
              <a:t>Tích</a:t>
            </a:r>
            <a:r>
              <a:rPr lang="en-US" sz="5500" b="1"/>
              <a:t> </a:t>
            </a:r>
            <a:r>
              <a:rPr lang="en-US" sz="5500" b="1" err="1"/>
              <a:t>yêu</a:t>
            </a:r>
            <a:r>
              <a:rPr lang="en-US" sz="5500" b="1"/>
              <a:t> </a:t>
            </a:r>
            <a:r>
              <a:rPr lang="en-US" sz="5500" b="1" err="1"/>
              <a:t>cầu</a:t>
            </a:r>
            <a:endParaRPr lang="en-US" sz="55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7D98D-6710-41D2-B258-E1A1059D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A1B0FB-D917-4C8C-928F-313BD683BF39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  <a:alpha val="80000"/>
                  </a:prstClr>
                </a:solidFill>
                <a:effectLst/>
                <a:uLnTx/>
                <a:uFillTx/>
                <a:latin typeface="Gill Sans M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  <a:alpha val="80000"/>
                </a:prstClr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1854C-82C0-5044-95F7-34C8A7E56E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379991"/>
      </p:ext>
    </p:extLst>
  </p:cSld>
  <p:clrMapOvr>
    <a:masterClrMapping/>
  </p:clrMapOvr>
  <p:transition spd="slow">
    <p:split orient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104" name="Rectangle 103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28A00A08-E4E6-4184-B484-E0E03407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171" y="13882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780E404-3121-4F33-AF2D-65F659A97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7675" y="288981"/>
            <a:ext cx="1262947" cy="1335600"/>
            <a:chOff x="2678417" y="2427951"/>
            <a:chExt cx="1262947" cy="1335600"/>
          </a:xfrm>
        </p:grpSpPr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2339341D-8322-49F1-91DA-6D115CCA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7EB9DB0E-3B0E-411A-9274-448D565CA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Title 13">
            <a:extLst>
              <a:ext uri="{FF2B5EF4-FFF2-40B4-BE49-F238E27FC236}">
                <a16:creationId xmlns:a16="http://schemas.microsoft.com/office/drawing/2014/main" id="{32348790-CEA3-4092-9A78-B0B2A9670C52}"/>
              </a:ext>
            </a:extLst>
          </p:cNvPr>
          <p:cNvSpPr txBox="1">
            <a:spLocks/>
          </p:cNvSpPr>
          <p:nvPr/>
        </p:nvSpPr>
        <p:spPr>
          <a:xfrm>
            <a:off x="550864" y="549275"/>
            <a:ext cx="3565524" cy="303465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4800" b="1"/>
              <a:t>Mô hình CDM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B158E9A-DBF4-4AA7-B6B7-8C8EB2FBD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25249" y="5435090"/>
            <a:ext cx="762805" cy="734873"/>
            <a:chOff x="7950336" y="1300590"/>
            <a:chExt cx="762805" cy="734873"/>
          </a:xfrm>
        </p:grpSpPr>
        <p:sp>
          <p:nvSpPr>
            <p:cNvPr id="113" name="Freeform 5">
              <a:extLst>
                <a:ext uri="{FF2B5EF4-FFF2-40B4-BE49-F238E27FC236}">
                  <a16:creationId xmlns:a16="http://schemas.microsoft.com/office/drawing/2014/main" id="{6150ACFD-AEC6-42A3-A5A7-E7AD6B13E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20298" y="1428832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4" name="Freeform 6">
              <a:extLst>
                <a:ext uri="{FF2B5EF4-FFF2-40B4-BE49-F238E27FC236}">
                  <a16:creationId xmlns:a16="http://schemas.microsoft.com/office/drawing/2014/main" id="{DB4D1217-FEB1-4D2A-80F4-C227B66D7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066503" y="1339815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Freeform 8">
              <a:extLst>
                <a:ext uri="{FF2B5EF4-FFF2-40B4-BE49-F238E27FC236}">
                  <a16:creationId xmlns:a16="http://schemas.microsoft.com/office/drawing/2014/main" id="{0BCA7138-22BA-4785-8B3D-9D45213E8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17173" y="1608753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D4C33F60-3163-F54B-B135-B839BFC936D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11738" y="285004"/>
            <a:ext cx="9180262" cy="6376096"/>
          </a:xfrm>
          <a:custGeom>
            <a:avLst/>
            <a:gdLst/>
            <a:ahLst/>
            <a:cxnLst/>
            <a:rect l="l" t="t" r="r" b="b"/>
            <a:pathLst>
              <a:path w="7345363" h="5761037">
                <a:moveTo>
                  <a:pt x="0" y="0"/>
                </a:moveTo>
                <a:lnTo>
                  <a:pt x="7345363" y="0"/>
                </a:lnTo>
                <a:lnTo>
                  <a:pt x="7345363" y="5761037"/>
                </a:lnTo>
                <a:lnTo>
                  <a:pt x="0" y="5761037"/>
                </a:lnTo>
                <a:close/>
              </a:path>
            </a:pathLst>
          </a:custGeom>
          <a:noFill/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563B34-DD53-4FB1-B8C2-8914E01C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vert="horz" wrap="square" lIns="0" tIns="0" rIns="0" bIns="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BA1B0FB-D917-4C8C-928F-313BD683BF39}" type="slidenum">
              <a:rPr kumimoji="0" lang="en-US" b="0" i="0" u="none" strike="noStrike" cap="none" spc="0" normalizeH="0" baseline="0" noProof="0" smtClean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b="0" i="0" u="none" strike="noStrike" cap="none" spc="0" normalizeH="0" baseline="0" noProof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19882255"/>
      </p:ext>
    </p:extLst>
  </p:cSld>
  <p:clrMapOvr>
    <a:masterClrMapping/>
  </p:clrMapOvr>
  <p:transition spd="slow">
    <p:split orient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3">
            <a:extLst>
              <a:ext uri="{FF2B5EF4-FFF2-40B4-BE49-F238E27FC236}">
                <a16:creationId xmlns:a16="http://schemas.microsoft.com/office/drawing/2014/main" id="{32348790-CEA3-4092-9A78-B0B2A9670C52}"/>
              </a:ext>
            </a:extLst>
          </p:cNvPr>
          <p:cNvSpPr txBox="1">
            <a:spLocks/>
          </p:cNvSpPr>
          <p:nvPr/>
        </p:nvSpPr>
        <p:spPr>
          <a:xfrm>
            <a:off x="8075614" y="549275"/>
            <a:ext cx="3565524" cy="303465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4800" b="1"/>
              <a:t>Mô hình vật lý</a:t>
            </a:r>
          </a:p>
        </p:txBody>
      </p:sp>
      <p:pic>
        <p:nvPicPr>
          <p:cNvPr id="16" name="Picture 15" descr="Diagram&#10;&#10;Description automatically generated">
            <a:extLst>
              <a:ext uri="{FF2B5EF4-FFF2-40B4-BE49-F238E27FC236}">
                <a16:creationId xmlns:a16="http://schemas.microsoft.com/office/drawing/2014/main" id="{CD7551B2-F745-B942-88E4-FD3EDA2D150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0864" y="631539"/>
            <a:ext cx="6973888" cy="5596508"/>
          </a:xfrm>
          <a:custGeom>
            <a:avLst/>
            <a:gdLst/>
            <a:ahLst/>
            <a:cxnLst/>
            <a:rect l="l" t="t" r="r" b="b"/>
            <a:pathLst>
              <a:path w="6973888" h="5761037">
                <a:moveTo>
                  <a:pt x="0" y="0"/>
                </a:moveTo>
                <a:lnTo>
                  <a:pt x="6973888" y="0"/>
                </a:lnTo>
                <a:lnTo>
                  <a:pt x="6973888" y="5761037"/>
                </a:lnTo>
                <a:lnTo>
                  <a:pt x="0" y="5761037"/>
                </a:lnTo>
                <a:close/>
              </a:path>
            </a:pathLst>
          </a:custGeom>
          <a:noFill/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61B0F92C-925A-4D2E-839E-EB381378C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5000" y="4960218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563B34-DD53-4FB1-B8C2-8914E01C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vert="horz" wrap="square" lIns="0" tIns="0" rIns="0" bIns="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BA1B0FB-D917-4C8C-928F-313BD683BF39}" type="slidenum">
              <a:rPr kumimoji="0" lang="en-US" b="0" i="0" u="none" strike="noStrike" cap="none" spc="0" normalizeH="0" baseline="0" noProof="0" smtClean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b="0" i="0" u="none" strike="noStrike" cap="none" spc="0" normalizeH="0" baseline="0" noProof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02740878"/>
      </p:ext>
    </p:extLst>
  </p:cSld>
  <p:clrMapOvr>
    <a:masterClrMapping/>
  </p:clrMapOvr>
  <p:transition spd="slow">
    <p:split orient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8A00A08-E4E6-4184-B484-E0E03407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171" y="13882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0" name="Group 41">
            <a:extLst>
              <a:ext uri="{FF2B5EF4-FFF2-40B4-BE49-F238E27FC236}">
                <a16:creationId xmlns:a16="http://schemas.microsoft.com/office/drawing/2014/main" id="{0780E404-3121-4F33-AF2D-65F659A97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7675" y="288981"/>
            <a:ext cx="1262947" cy="1335600"/>
            <a:chOff x="2678417" y="2427951"/>
            <a:chExt cx="1262947" cy="1335600"/>
          </a:xfrm>
        </p:grpSpPr>
        <p:sp>
          <p:nvSpPr>
            <p:cNvPr id="51" name="Freeform: Shape 42">
              <a:extLst>
                <a:ext uri="{FF2B5EF4-FFF2-40B4-BE49-F238E27FC236}">
                  <a16:creationId xmlns:a16="http://schemas.microsoft.com/office/drawing/2014/main" id="{2339341D-8322-49F1-91DA-6D115CCA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Oval 43">
              <a:extLst>
                <a:ext uri="{FF2B5EF4-FFF2-40B4-BE49-F238E27FC236}">
                  <a16:creationId xmlns:a16="http://schemas.microsoft.com/office/drawing/2014/main" id="{7EB9DB0E-3B0E-411A-9274-448D565CA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Title 13">
            <a:extLst>
              <a:ext uri="{FF2B5EF4-FFF2-40B4-BE49-F238E27FC236}">
                <a16:creationId xmlns:a16="http://schemas.microsoft.com/office/drawing/2014/main" id="{32348790-CEA3-4092-9A78-B0B2A9670C52}"/>
              </a:ext>
            </a:extLst>
          </p:cNvPr>
          <p:cNvSpPr txBox="1">
            <a:spLocks/>
          </p:cNvSpPr>
          <p:nvPr/>
        </p:nvSpPr>
        <p:spPr>
          <a:xfrm>
            <a:off x="550864" y="549275"/>
            <a:ext cx="3565524" cy="3034657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4800" b="1"/>
              <a:t>Mô hình PDM</a:t>
            </a:r>
          </a:p>
        </p:txBody>
      </p:sp>
      <p:grpSp>
        <p:nvGrpSpPr>
          <p:cNvPr id="53" name="Group 45">
            <a:extLst>
              <a:ext uri="{FF2B5EF4-FFF2-40B4-BE49-F238E27FC236}">
                <a16:creationId xmlns:a16="http://schemas.microsoft.com/office/drawing/2014/main" id="{4B158E9A-DBF4-4AA7-B6B7-8C8EB2FBD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25249" y="5435090"/>
            <a:ext cx="762805" cy="734873"/>
            <a:chOff x="7950336" y="1300590"/>
            <a:chExt cx="762805" cy="734873"/>
          </a:xfrm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6150ACFD-AEC6-42A3-A5A7-E7AD6B13E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20298" y="1428832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DB4D1217-FEB1-4D2A-80F4-C227B66D7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066503" y="1339815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0BCA7138-22BA-4785-8B3D-9D45213E8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17173" y="1608753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30032C1E-F9A2-D644-A906-BFEE4049338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68894" y="285004"/>
            <a:ext cx="8402973" cy="6095862"/>
          </a:xfrm>
          <a:custGeom>
            <a:avLst/>
            <a:gdLst/>
            <a:ahLst/>
            <a:cxnLst/>
            <a:rect l="l" t="t" r="r" b="b"/>
            <a:pathLst>
              <a:path w="7345363" h="5761037">
                <a:moveTo>
                  <a:pt x="0" y="0"/>
                </a:moveTo>
                <a:lnTo>
                  <a:pt x="7345363" y="0"/>
                </a:lnTo>
                <a:lnTo>
                  <a:pt x="7345363" y="5761037"/>
                </a:lnTo>
                <a:lnTo>
                  <a:pt x="0" y="5761037"/>
                </a:lnTo>
                <a:close/>
              </a:path>
            </a:pathLst>
          </a:custGeom>
          <a:noFill/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563B34-DD53-4FB1-B8C2-8914E01C6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vert="horz" wrap="square" lIns="0" tIns="0" rIns="0" bIns="0" rtlCol="0" anchor="ctr">
            <a:normAutofit/>
          </a:bodyPr>
          <a:lstStyle/>
          <a:p>
            <a:pPr marR="0" lvl="0" indent="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BA1B0FB-D917-4C8C-928F-313BD683BF39}" type="slidenum">
              <a:rPr kumimoji="0" lang="en-US" b="0" i="0" u="none" strike="noStrike" cap="none" spc="0" normalizeH="0" baseline="0" noProof="0" smtClean="0">
                <a:ln>
                  <a:noFill/>
                </a:ln>
                <a:solidFill>
                  <a:schemeClr val="tx1">
                    <a:alpha val="80000"/>
                  </a:schemeClr>
                </a:solidFill>
                <a:effectLst/>
                <a:uLnTx/>
                <a:uFillTx/>
              </a:rPr>
              <a:pPr marR="0" lvl="0" indent="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b="0" i="0" u="none" strike="noStrike" cap="none" spc="0" normalizeH="0" baseline="0" noProof="0">
              <a:ln>
                <a:noFill/>
              </a:ln>
              <a:solidFill>
                <a:schemeClr val="tx1">
                  <a:alpha val="80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829673747"/>
      </p:ext>
    </p:extLst>
  </p:cSld>
  <p:clrMapOvr>
    <a:masterClrMapping/>
  </p:clrMapOvr>
  <p:transition spd="slow">
    <p:split orient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40F1DF5B-353A-4270-8C10-6A1509441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606796"/>
            <a:ext cx="3565524" cy="1472092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4:thiết </a:t>
            </a:r>
            <a:r>
              <a:rPr lang="en-US" sz="48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kế</a:t>
            </a: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giao</a:t>
            </a: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diện</a:t>
            </a:r>
            <a:endParaRPr lang="en-US" sz="4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Placeholder 7" descr="Data Points Digital background">
            <a:extLst>
              <a:ext uri="{FF2B5EF4-FFF2-40B4-BE49-F238E27FC236}">
                <a16:creationId xmlns:a16="http://schemas.microsoft.com/office/drawing/2014/main" id="{5FED7C55-F545-49A1-90FD-D853A25AB45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00" r="9678" b="-1"/>
          <a:stretch/>
        </p:blipFill>
        <p:spPr>
          <a:xfrm>
            <a:off x="5719706" y="606796"/>
            <a:ext cx="4868976" cy="5644408"/>
          </a:xfrm>
          <a:custGeom>
            <a:avLst/>
            <a:gdLst/>
            <a:ahLst/>
            <a:cxnLst/>
            <a:rect l="l" t="t" r="r" b="b"/>
            <a:pathLst>
              <a:path w="4868976" h="5644408">
                <a:moveTo>
                  <a:pt x="2398421" y="0"/>
                </a:moveTo>
                <a:lnTo>
                  <a:pt x="4868974" y="1424628"/>
                </a:lnTo>
                <a:lnTo>
                  <a:pt x="4868976" y="1424625"/>
                </a:lnTo>
                <a:lnTo>
                  <a:pt x="4868976" y="1424628"/>
                </a:lnTo>
                <a:lnTo>
                  <a:pt x="4868976" y="4219781"/>
                </a:lnTo>
                <a:lnTo>
                  <a:pt x="2398419" y="5644408"/>
                </a:lnTo>
                <a:lnTo>
                  <a:pt x="0" y="4219781"/>
                </a:lnTo>
                <a:lnTo>
                  <a:pt x="0" y="1424628"/>
                </a:lnTo>
                <a:lnTo>
                  <a:pt x="0" y="1424625"/>
                </a:lnTo>
                <a:lnTo>
                  <a:pt x="3" y="1424628"/>
                </a:ln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7D98D-6710-41D2-B258-E1A1059D2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vert="horz"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BA1B0FB-D917-4C8C-928F-313BD683BF39}" type="slidenum">
              <a:rPr lang="en-US" smtClean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407AA-194E-9945-B043-3B84F1A6C5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23643"/>
      </p:ext>
    </p:extLst>
  </p:cSld>
  <p:clrMapOvr>
    <a:masterClrMapping/>
  </p:clrMapOvr>
  <p:transition spd="slow">
    <p:split orient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8F47E7-8FEC-624A-A299-A47EED89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834682"/>
          </a:xfrm>
        </p:spPr>
        <p:txBody>
          <a:bodyPr/>
          <a:lstStyle/>
          <a:p>
            <a:pPr algn="ctr"/>
            <a:r>
              <a:rPr lang="en-US" b="1" dirty="0" err="1"/>
              <a:t>Màn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đăng</a:t>
            </a:r>
            <a:r>
              <a:rPr lang="en-US" b="1" dirty="0"/>
              <a:t> </a:t>
            </a:r>
            <a:r>
              <a:rPr lang="en-US" b="1" dirty="0" err="1"/>
              <a:t>nhập</a:t>
            </a:r>
            <a:endParaRPr lang="en-US" b="1" dirty="0"/>
          </a:p>
        </p:txBody>
      </p:sp>
      <p:pic>
        <p:nvPicPr>
          <p:cNvPr id="12" name="Picture 1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B7723A2-D356-D04B-9DC7-F043250F6B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705350" y="1181100"/>
            <a:ext cx="27813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831494"/>
      </p:ext>
    </p:extLst>
  </p:cSld>
  <p:clrMapOvr>
    <a:masterClrMapping/>
  </p:clrMapOvr>
  <p:transition spd="slow">
    <p:split orient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8F47E7-8FEC-624A-A299-A47EED89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834682"/>
          </a:xfrm>
        </p:spPr>
        <p:txBody>
          <a:bodyPr/>
          <a:lstStyle/>
          <a:p>
            <a:pPr algn="ctr"/>
            <a:r>
              <a:rPr lang="en-US" b="1" dirty="0" err="1"/>
              <a:t>Sơ</a:t>
            </a:r>
            <a:r>
              <a:rPr lang="en-US" b="1" dirty="0"/>
              <a:t> </a:t>
            </a:r>
            <a:r>
              <a:rPr lang="en-US" b="1" dirty="0" err="1"/>
              <a:t>đồ</a:t>
            </a:r>
            <a:r>
              <a:rPr lang="en-US" b="1" dirty="0"/>
              <a:t> </a:t>
            </a:r>
            <a:r>
              <a:rPr lang="en-US" b="1" dirty="0" err="1"/>
              <a:t>hoạt</a:t>
            </a:r>
            <a:r>
              <a:rPr lang="en-US" b="1" dirty="0"/>
              <a:t> </a:t>
            </a:r>
            <a:r>
              <a:rPr lang="en-US" b="1" dirty="0" err="1"/>
              <a:t>động</a:t>
            </a:r>
            <a:endParaRPr lang="en-US" b="1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D3E104A0-54BC-7B48-AC2C-C386616DB9F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08541" y="1383957"/>
            <a:ext cx="5774918" cy="492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45712"/>
      </p:ext>
    </p:extLst>
  </p:cSld>
  <p:clrMapOvr>
    <a:masterClrMapping/>
  </p:clrMapOvr>
  <p:transition spd="slow">
    <p:split orient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8F47E7-8FEC-624A-A299-A47EED89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834682"/>
          </a:xfrm>
        </p:spPr>
        <p:txBody>
          <a:bodyPr/>
          <a:lstStyle/>
          <a:p>
            <a:pPr algn="ctr"/>
            <a:r>
              <a:rPr lang="en-US" b="1" dirty="0" err="1"/>
              <a:t>Màn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quản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nhân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endParaRPr lang="en-US" b="1" dirty="0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BC1B17DC-6765-364E-8056-77510ADC3756}"/>
              </a:ext>
            </a:extLst>
          </p:cNvPr>
          <p:cNvSpPr/>
          <p:nvPr/>
        </p:nvSpPr>
        <p:spPr>
          <a:xfrm>
            <a:off x="379474" y="2348121"/>
            <a:ext cx="580767" cy="29656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6FE7AC68-D8DB-C346-AEFD-9004761F937D}"/>
              </a:ext>
            </a:extLst>
          </p:cNvPr>
          <p:cNvSpPr/>
          <p:nvPr/>
        </p:nvSpPr>
        <p:spPr>
          <a:xfrm>
            <a:off x="379474" y="2886629"/>
            <a:ext cx="580767" cy="29656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dirty="0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1369D3A7-28DC-0A4D-AB29-DC5FFA518035}"/>
              </a:ext>
            </a:extLst>
          </p:cNvPr>
          <p:cNvSpPr/>
          <p:nvPr/>
        </p:nvSpPr>
        <p:spPr>
          <a:xfrm>
            <a:off x="379474" y="3476224"/>
            <a:ext cx="580767" cy="29656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4D483416-8500-8E49-9E34-EB973D5E74A1}"/>
              </a:ext>
            </a:extLst>
          </p:cNvPr>
          <p:cNvSpPr/>
          <p:nvPr/>
        </p:nvSpPr>
        <p:spPr>
          <a:xfrm>
            <a:off x="367423" y="3956707"/>
            <a:ext cx="580767" cy="29656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6" name="Striped Right Arrow 5">
            <a:extLst>
              <a:ext uri="{FF2B5EF4-FFF2-40B4-BE49-F238E27FC236}">
                <a16:creationId xmlns:a16="http://schemas.microsoft.com/office/drawing/2014/main" id="{8AE6119D-6667-9E46-9BF7-C68EA9B6ACB9}"/>
              </a:ext>
            </a:extLst>
          </p:cNvPr>
          <p:cNvSpPr/>
          <p:nvPr/>
        </p:nvSpPr>
        <p:spPr>
          <a:xfrm>
            <a:off x="5078975" y="2596918"/>
            <a:ext cx="2336484" cy="1656351"/>
          </a:xfrm>
          <a:prstGeom prst="striped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1" name="Picture 10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3658B79-7B06-844A-9A62-7A3922F9FCE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31247" y="1393224"/>
            <a:ext cx="3202946" cy="5258891"/>
          </a:xfrm>
          <a:prstGeom prst="rect">
            <a:avLst/>
          </a:prstGeom>
        </p:spPr>
      </p:pic>
      <p:pic>
        <p:nvPicPr>
          <p:cNvPr id="17" name="Picture 1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644AB066-CFE7-444C-B514-4A76DECA7EC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380574" y="1401402"/>
            <a:ext cx="3261888" cy="5250712"/>
          </a:xfrm>
          <a:prstGeom prst="rect">
            <a:avLst/>
          </a:prstGeom>
        </p:spPr>
      </p:pic>
      <p:pic>
        <p:nvPicPr>
          <p:cNvPr id="18" name="Picture 1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FFBF87C-2279-6145-9438-CEAAFEBFECA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331247" y="1392135"/>
            <a:ext cx="3202946" cy="5258890"/>
          </a:xfrm>
          <a:prstGeom prst="rect">
            <a:avLst/>
          </a:prstGeom>
        </p:spPr>
      </p:pic>
      <p:pic>
        <p:nvPicPr>
          <p:cNvPr id="19" name="Picture 18" descr="Graphical user interface&#10;&#10;Description automatically generated">
            <a:extLst>
              <a:ext uri="{FF2B5EF4-FFF2-40B4-BE49-F238E27FC236}">
                <a16:creationId xmlns:a16="http://schemas.microsoft.com/office/drawing/2014/main" id="{99EE0260-7CBE-9047-8A66-7B2B18BB4522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960241" y="1393223"/>
            <a:ext cx="3202946" cy="5258891"/>
          </a:xfrm>
          <a:prstGeom prst="rect">
            <a:avLst/>
          </a:prstGeom>
        </p:spPr>
      </p:pic>
      <p:pic>
        <p:nvPicPr>
          <p:cNvPr id="20" name="Picture 19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23067B4-0317-9948-B9E4-FD67474B30ED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8385382" y="1393223"/>
            <a:ext cx="3202945" cy="525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31129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7" grpId="1" animBg="1"/>
      <p:bldP spid="8" grpId="0" animBg="1"/>
      <p:bldP spid="8" grpId="1" animBg="1"/>
      <p:bldP spid="9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8F47E7-8FEC-624A-A299-A47EED89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834682"/>
          </a:xfrm>
        </p:spPr>
        <p:txBody>
          <a:bodyPr/>
          <a:lstStyle/>
          <a:p>
            <a:pPr algn="ctr"/>
            <a:r>
              <a:rPr lang="en-US" b="1" dirty="0" err="1"/>
              <a:t>Sơ</a:t>
            </a:r>
            <a:r>
              <a:rPr lang="en-US" b="1" dirty="0"/>
              <a:t> </a:t>
            </a:r>
            <a:r>
              <a:rPr lang="en-US" b="1" dirty="0" err="1"/>
              <a:t>đồ</a:t>
            </a:r>
            <a:r>
              <a:rPr lang="en-US" b="1" dirty="0"/>
              <a:t> </a:t>
            </a:r>
            <a:r>
              <a:rPr lang="en-US" b="1" dirty="0" err="1"/>
              <a:t>hoạt</a:t>
            </a:r>
            <a:r>
              <a:rPr lang="en-US" b="1" dirty="0"/>
              <a:t> </a:t>
            </a:r>
            <a:r>
              <a:rPr lang="en-US" b="1" dirty="0" err="1"/>
              <a:t>động</a:t>
            </a:r>
            <a:endParaRPr lang="en-US" b="1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BC577CE3-5B13-D44D-B446-0D136385447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38067" y="1383957"/>
            <a:ext cx="9251062" cy="514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75689"/>
      </p:ext>
    </p:extLst>
  </p:cSld>
  <p:clrMapOvr>
    <a:masterClrMapping/>
  </p:clrMapOvr>
  <p:transition spd="slow">
    <p:split orient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8F47E7-8FEC-624A-A299-A47EED89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834682"/>
          </a:xfrm>
        </p:spPr>
        <p:txBody>
          <a:bodyPr/>
          <a:lstStyle/>
          <a:p>
            <a:pPr algn="ctr"/>
            <a:r>
              <a:rPr lang="en-US" b="1" dirty="0" err="1"/>
              <a:t>Màn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quản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sản</a:t>
            </a:r>
            <a:r>
              <a:rPr lang="en-US" b="1" dirty="0"/>
              <a:t> </a:t>
            </a:r>
            <a:r>
              <a:rPr lang="en-US" b="1" dirty="0" err="1"/>
              <a:t>phẩm</a:t>
            </a:r>
            <a:endParaRPr lang="en-US" b="1" dirty="0"/>
          </a:p>
        </p:txBody>
      </p:sp>
      <p:sp>
        <p:nvSpPr>
          <p:cNvPr id="6" name="Striped Right Arrow 5">
            <a:extLst>
              <a:ext uri="{FF2B5EF4-FFF2-40B4-BE49-F238E27FC236}">
                <a16:creationId xmlns:a16="http://schemas.microsoft.com/office/drawing/2014/main" id="{7AF2EB07-A492-E749-A591-B238DAD3D594}"/>
              </a:ext>
            </a:extLst>
          </p:cNvPr>
          <p:cNvSpPr/>
          <p:nvPr/>
        </p:nvSpPr>
        <p:spPr>
          <a:xfrm>
            <a:off x="5078975" y="2596918"/>
            <a:ext cx="2336484" cy="1656351"/>
          </a:xfrm>
          <a:prstGeom prst="striped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94A6F8F-772F-4E42-BF8A-107D2F53431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781757" y="1383957"/>
            <a:ext cx="3426802" cy="49247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8E516F-3D2E-F04C-84C6-61DFEC689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538" y="1328655"/>
            <a:ext cx="3120706" cy="4980069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AD6AD41A-302F-D940-9EE4-8641C3D5BFC3}"/>
              </a:ext>
            </a:extLst>
          </p:cNvPr>
          <p:cNvSpPr/>
          <p:nvPr/>
        </p:nvSpPr>
        <p:spPr>
          <a:xfrm>
            <a:off x="664789" y="2300356"/>
            <a:ext cx="580767" cy="29656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F4503C59-5814-7440-9B35-2F032871ED5D}"/>
              </a:ext>
            </a:extLst>
          </p:cNvPr>
          <p:cNvSpPr/>
          <p:nvPr/>
        </p:nvSpPr>
        <p:spPr>
          <a:xfrm>
            <a:off x="664788" y="2805321"/>
            <a:ext cx="580767" cy="29656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3DA93E55-3122-4A44-8038-72D85021AF16}"/>
              </a:ext>
            </a:extLst>
          </p:cNvPr>
          <p:cNvSpPr/>
          <p:nvPr/>
        </p:nvSpPr>
        <p:spPr>
          <a:xfrm>
            <a:off x="664788" y="3310286"/>
            <a:ext cx="580767" cy="29656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pic>
        <p:nvPicPr>
          <p:cNvPr id="13" name="Picture 1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E4655CB-0A55-164E-875A-62D34579199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781757" y="1383957"/>
            <a:ext cx="3120705" cy="49800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8C0CECB-A36F-0543-9C7A-B928A4399811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756" y="1411607"/>
            <a:ext cx="3120706" cy="492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00185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9" grpId="1" animBg="1"/>
      <p:bldP spid="10" grpId="0" animBg="1"/>
      <p:bldP spid="10" grpId="1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8F47E7-8FEC-624A-A299-A47EED89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834682"/>
          </a:xfrm>
        </p:spPr>
        <p:txBody>
          <a:bodyPr/>
          <a:lstStyle/>
          <a:p>
            <a:pPr algn="ctr"/>
            <a:r>
              <a:rPr lang="en-US" b="1" dirty="0" err="1"/>
              <a:t>Sơ</a:t>
            </a:r>
            <a:r>
              <a:rPr lang="en-US" b="1" dirty="0"/>
              <a:t> </a:t>
            </a:r>
            <a:r>
              <a:rPr lang="en-US" b="1" dirty="0" err="1"/>
              <a:t>đồ</a:t>
            </a:r>
            <a:r>
              <a:rPr lang="en-US" b="1" dirty="0"/>
              <a:t> </a:t>
            </a:r>
            <a:r>
              <a:rPr lang="en-US" b="1" dirty="0" err="1"/>
              <a:t>hoạt</a:t>
            </a:r>
            <a:r>
              <a:rPr lang="en-US" b="1" dirty="0"/>
              <a:t> </a:t>
            </a:r>
            <a:r>
              <a:rPr lang="en-US" b="1" dirty="0" err="1"/>
              <a:t>động</a:t>
            </a:r>
            <a:endParaRPr lang="en-US" b="1" dirty="0"/>
          </a:p>
        </p:txBody>
      </p:sp>
      <p:pic>
        <p:nvPicPr>
          <p:cNvPr id="7" name="Picture 6" descr="A picture containing text, electronics, screenshot&#10;&#10;Description automatically generated">
            <a:extLst>
              <a:ext uri="{FF2B5EF4-FFF2-40B4-BE49-F238E27FC236}">
                <a16:creationId xmlns:a16="http://schemas.microsoft.com/office/drawing/2014/main" id="{3025CD17-ACA1-954C-A907-A6F994E58D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49545" y="1383957"/>
            <a:ext cx="9892910" cy="492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371679"/>
      </p:ext>
    </p:extLst>
  </p:cSld>
  <p:clrMapOvr>
    <a:masterClrMapping/>
  </p:clrMapOvr>
  <p:transition spd="slow">
    <p:split orient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12445" y="481888"/>
            <a:ext cx="1080000" cy="1262947"/>
          </a:xfrm>
          <a:custGeom>
            <a:avLst/>
            <a:gdLst/>
            <a:ahLst/>
            <a:cxnLst/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Placeholder 32" descr="Data Points Digital background">
            <a:extLst>
              <a:ext uri="{FF2B5EF4-FFF2-40B4-BE49-F238E27FC236}">
                <a16:creationId xmlns:a16="http://schemas.microsoft.com/office/drawing/2014/main" id="{48106962-23C6-4DFE-BB3A-E5FFF03F38CE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 cstate="screen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13" r="27905" b="-2"/>
          <a:stretch/>
        </p:blipFill>
        <p:spPr>
          <a:xfrm>
            <a:off x="0" y="-1"/>
            <a:ext cx="6922273" cy="6858000"/>
          </a:xfrm>
          <a:custGeom>
            <a:avLst/>
            <a:gdLst/>
            <a:ahLst/>
            <a:cxnLst/>
            <a:rect l="l" t="t" r="r" b="b"/>
            <a:pathLst>
              <a:path w="6922273" h="6858000">
                <a:moveTo>
                  <a:pt x="0" y="0"/>
                </a:moveTo>
                <a:lnTo>
                  <a:pt x="6922273" y="0"/>
                </a:lnTo>
                <a:lnTo>
                  <a:pt x="6922273" y="6858000"/>
                </a:lnTo>
                <a:lnTo>
                  <a:pt x="0" y="6858000"/>
                </a:lnTo>
                <a:close/>
              </a:path>
            </a:pathLst>
          </a:custGeom>
          <a:effectLst>
            <a:softEdge rad="0"/>
          </a:effectLst>
        </p:spPr>
      </p:pic>
      <p:sp>
        <p:nvSpPr>
          <p:cNvPr id="22" name="Title 21">
            <a:extLst>
              <a:ext uri="{FF2B5EF4-FFF2-40B4-BE49-F238E27FC236}">
                <a16:creationId xmlns:a16="http://schemas.microsoft.com/office/drawing/2014/main" id="{F8FAEED9-1ECD-45F9-87A0-9394BAEAB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8063" y="1519585"/>
            <a:ext cx="5437187" cy="2986234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6400" b="1" kern="1200">
                <a:ln>
                  <a:solidFill>
                    <a:srgbClr val="FFFF00"/>
                  </a:solidFill>
                </a:ln>
                <a:solidFill>
                  <a:srgbClr val="FFC305"/>
                </a:solidFill>
                <a:latin typeface="+mn-lt"/>
                <a:ea typeface="+mj-ea"/>
                <a:cs typeface="+mj-cs"/>
              </a:rPr>
              <a:t>Cám ơn Thầy và các bạn đã lắng nghe </a:t>
            </a:r>
            <a:r>
              <a:rPr lang="en-US" sz="6400" b="1" kern="1200">
                <a:ln>
                  <a:solidFill>
                    <a:srgbClr val="FFFF00"/>
                  </a:solidFill>
                </a:ln>
                <a:solidFill>
                  <a:srgbClr val="FFC305"/>
                </a:solidFill>
                <a:latin typeface="+mn-lt"/>
                <a:ea typeface="+mj-ea"/>
                <a:cs typeface="+mj-cs"/>
                <a:sym typeface="Wingdings" panose="05000000000000000000" pitchFamily="2" charset="2"/>
              </a:rPr>
              <a:t></a:t>
            </a:r>
            <a:endParaRPr lang="en-US" sz="6400" b="1" kern="1200">
              <a:ln>
                <a:solidFill>
                  <a:srgbClr val="FFFF00"/>
                </a:solidFill>
              </a:ln>
              <a:solidFill>
                <a:srgbClr val="FFC305"/>
              </a:solidFill>
              <a:latin typeface="+mn-lt"/>
              <a:ea typeface="+mj-ea"/>
              <a:cs typeface="+mj-cs"/>
            </a:endParaRPr>
          </a:p>
        </p:txBody>
      </p:sp>
      <p:pic>
        <p:nvPicPr>
          <p:cNvPr id="27" name="Picture Placeholder 26" descr="Data Points Digital background">
            <a:extLst>
              <a:ext uri="{FF2B5EF4-FFF2-40B4-BE49-F238E27FC236}">
                <a16:creationId xmlns:a16="http://schemas.microsoft.com/office/drawing/2014/main" id="{9E660784-34E2-4CDA-926A-DDD6AAF3504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81" r="30231" b="-2"/>
          <a:stretch/>
        </p:blipFill>
        <p:spPr>
          <a:xfrm>
            <a:off x="6922272" y="1"/>
            <a:ext cx="5267328" cy="6858000"/>
          </a:xfrm>
          <a:custGeom>
            <a:avLst/>
            <a:gdLst/>
            <a:ahLst/>
            <a:cxnLst/>
            <a:rect l="l" t="t" r="r" b="b"/>
            <a:pathLst>
              <a:path w="5264925" h="6858000">
                <a:moveTo>
                  <a:pt x="0" y="0"/>
                </a:moveTo>
                <a:lnTo>
                  <a:pt x="5264925" y="0"/>
                </a:lnTo>
                <a:lnTo>
                  <a:pt x="52649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3C64A91D-E535-4C24-A0E3-96A3810E3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60F23-FB58-4EF8-82FD-E86CED25F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48863" y="6507212"/>
            <a:ext cx="1692274" cy="153888"/>
          </a:xfrm>
        </p:spPr>
        <p:txBody>
          <a:bodyPr vert="horz"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fld id="{DBA1B0FB-D917-4C8C-928F-313BD683BF39}" type="slidenum">
              <a:rPr lang="en-US" smtClean="0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23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779884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47201f95-314e-4c60-991c-8f9a694beb6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5BEB39E71D644C9177DC9658F42A7C" ma:contentTypeVersion="13" ma:contentTypeDescription="Create a new document." ma:contentTypeScope="" ma:versionID="49536b8c21e26fe4302ae181021ed7a6">
  <xsd:schema xmlns:xsd="http://www.w3.org/2001/XMLSchema" xmlns:xs="http://www.w3.org/2001/XMLSchema" xmlns:p="http://schemas.microsoft.com/office/2006/metadata/properties" xmlns:ns3="47201f95-314e-4c60-991c-8f9a694beb6d" xmlns:ns4="a6ef1337-bead-43e8-bbef-fdc61c77dfa4" targetNamespace="http://schemas.microsoft.com/office/2006/metadata/properties" ma:root="true" ma:fieldsID="6d33d73041f3960fdd0756ce5ae68174" ns3:_="" ns4:_="">
    <xsd:import namespace="47201f95-314e-4c60-991c-8f9a694beb6d"/>
    <xsd:import namespace="a6ef1337-bead-43e8-bbef-fdc61c77dfa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201f95-314e-4c60-991c-8f9a694beb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ef1337-bead-43e8-bbef-fdc61c77dfa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811A92-D464-4AC4-A396-BA73B10CEEAC}">
  <ds:schemaRefs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a6ef1337-bead-43e8-bbef-fdc61c77dfa4"/>
    <ds:schemaRef ds:uri="http://www.w3.org/XML/1998/namespace"/>
    <ds:schemaRef ds:uri="http://schemas.openxmlformats.org/package/2006/metadata/core-properties"/>
    <ds:schemaRef ds:uri="47201f95-314e-4c60-991c-8f9a694beb6d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04751AB-E840-446F-8D49-E697067EC8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BC4D75-5274-403D-BAB2-8D111F18C4DA}">
  <ds:schemaRefs>
    <ds:schemaRef ds:uri="47201f95-314e-4c60-991c-8f9a694beb6d"/>
    <ds:schemaRef ds:uri="a6ef1337-bead-43e8-bbef-fdc61c77dfa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{C44FF750-F1EF-48ED-BD94-C077A1BD55BD}tf33713516_win32</Template>
  <TotalTime>56</TotalTime>
  <Words>458</Words>
  <Application>Microsoft Macintosh PowerPoint</Application>
  <PresentationFormat>Widescreen</PresentationFormat>
  <Paragraphs>104</Paragraphs>
  <Slides>23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Gill Sans MT</vt:lpstr>
      <vt:lpstr>Walbaum Display</vt:lpstr>
      <vt:lpstr>3DFloatVTI</vt:lpstr>
      <vt:lpstr>Nhập môn công nghệ phần mềm</vt:lpstr>
      <vt:lpstr>PowerPoint Presentation</vt:lpstr>
      <vt:lpstr>Nội dung thuyết trình</vt:lpstr>
      <vt:lpstr>1: Khảo sát bài toán</vt:lpstr>
      <vt:lpstr>Thông tin cơ bản</vt:lpstr>
      <vt:lpstr>Các chức năng cơ bản</vt:lpstr>
      <vt:lpstr>PowerPoint Presentation</vt:lpstr>
      <vt:lpstr>2: Đặc tả yêu cầu bài toán</vt:lpstr>
      <vt:lpstr>Actor</vt:lpstr>
      <vt:lpstr>Use case</vt:lpstr>
      <vt:lpstr>PowerPoint Presentation</vt:lpstr>
      <vt:lpstr>3: Phân Tích yêu cầu</vt:lpstr>
      <vt:lpstr>PowerPoint Presentation</vt:lpstr>
      <vt:lpstr>PowerPoint Presentation</vt:lpstr>
      <vt:lpstr>PowerPoint Presentation</vt:lpstr>
      <vt:lpstr>4:thiết kế giao diện</vt:lpstr>
      <vt:lpstr>Màn hình đăng nhập</vt:lpstr>
      <vt:lpstr>Sơ đồ hoạt động</vt:lpstr>
      <vt:lpstr>Màn hình quản lý nhân viên</vt:lpstr>
      <vt:lpstr>Sơ đồ hoạt động</vt:lpstr>
      <vt:lpstr>Màn hình quản lý sản phẩm</vt:lpstr>
      <vt:lpstr>Sơ đồ hoạt động</vt:lpstr>
      <vt:lpstr>Cám ơn Thầy và các bạn đã lắng nghe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Le Ngo Tuyet Trinh</dc:creator>
  <cp:lastModifiedBy>HO HOANG KHANG</cp:lastModifiedBy>
  <cp:revision>8</cp:revision>
  <dcterms:created xsi:type="dcterms:W3CDTF">2022-04-08T15:09:32Z</dcterms:created>
  <dcterms:modified xsi:type="dcterms:W3CDTF">2022-06-21T01:23:18Z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0x010100E05BEB39E71D644C9177DC9658F42A7C</vt:lpwstr>
  </property>
</Properties>
</file>